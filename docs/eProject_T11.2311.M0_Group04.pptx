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258" r:id="rId5"/>
    <p:sldId id="299" r:id="rId6"/>
    <p:sldId id="300" r:id="rId7"/>
    <p:sldId id="301" r:id="rId8"/>
    <p:sldId id="308" r:id="rId9"/>
    <p:sldId id="302" r:id="rId10"/>
    <p:sldId id="303" r:id="rId11"/>
    <p:sldId id="304" r:id="rId12"/>
    <p:sldId id="305" r:id="rId13"/>
    <p:sldId id="312" r:id="rId14"/>
    <p:sldId id="307" r:id="rId15"/>
    <p:sldId id="263" r:id="rId16"/>
  </p:sldIdLst>
  <p:sldSz cx="9144000" cy="5143500" type="screen16x9"/>
  <p:notesSz cx="6858000" cy="9144000"/>
  <p:embeddedFontLst>
    <p:embeddedFont>
      <p:font typeface="Bebas Neue" panose="020B0606020202050201"/>
      <p:regular r:id="rId22"/>
    </p:embeddedFont>
    <p:embeddedFont>
      <p:font typeface="Anaheim" panose="02000503000000000000"/>
      <p:regular r:id="rId23"/>
    </p:embeddedFont>
    <p:embeddedFont>
      <p:font typeface="Calibri" panose="020F0502020204030204"/>
      <p:regular r:id="rId24"/>
      <p:bold r:id="rId25"/>
      <p:italic r:id="rId26"/>
      <p:boldItalic r:id="rId27"/>
    </p:embeddedFont>
    <p:embeddedFont>
      <p:font typeface="Poppins ExtraBold" panose="00000900000000000000" pitchFamily="2" charset="0"/>
      <p:bold r:id="rId28"/>
    </p:embeddedFont>
    <p:embeddedFont>
      <p:font typeface="Arimo" panose="020B0604020202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11F541-A4B2-ED5A-A1BB-492D0D4F4E6A}" name="Carmen Ocaña Ordóñez" initials="COO" userId="S::cocana@freepikco.onmicrosoft.com::8797eea9-71d2-4559-9885-17450e4007ad" providerId="AD"/>
  <p188:author id="{07DF5676-9B57-8A99-AB6D-A504E5026BD2}" name="cportales@INTRANET.FREEPIKCOMPANY.COM" initials="c" userId="S-1-5-21-179105700-2695781124-4246538168-24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43C"/>
    <a:srgbClr val="F0EBE4"/>
    <a:srgbClr val="E0B4A4"/>
    <a:srgbClr val="A7B3B2"/>
    <a:srgbClr val="4C6A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6DF7B9C-EBDF-46A0-83E7-B09A4955A7FC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Style>
        <a:tcBdr/>
        <a:fill>
          <a:solidFill>
            <a:srgbClr val="CDD4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DD4EA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6357" autoAdjust="0"/>
  </p:normalViewPr>
  <p:slideViewPr>
    <p:cSldViewPr snapToGrid="0">
      <p:cViewPr>
        <p:scale>
          <a:sx n="75" d="100"/>
          <a:sy n="75" d="100"/>
        </p:scale>
        <p:origin x="360" y="1128"/>
      </p:cViewPr>
      <p:guideLst/>
    </p:cSldViewPr>
  </p:slideViewPr>
  <p:outlineViewPr>
    <p:cViewPr>
      <p:scale>
        <a:sx n="33" d="100"/>
        <a:sy n="33" d="100"/>
      </p:scale>
      <p:origin x="0" y="-249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microsoft.com/office/2018/10/relationships/authors" Target="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669EE-84A5-4202-8F96-4EDD14B1D69C}" type="datetimeFigureOut">
              <a:rPr lang="es-ES" smtClean="0"/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F1383-626C-4313-8C37-6559D5338BA1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143000" y="1264595"/>
            <a:ext cx="6858000" cy="207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 panose="020B0606020202050201"/>
              <a:buNone/>
              <a:defRPr sz="6600" b="1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143000" y="3412063"/>
            <a:ext cx="6858000" cy="35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grpSp>
        <p:nvGrpSpPr>
          <p:cNvPr id="725" name="Grupo 724"/>
          <p:cNvGrpSpPr/>
          <p:nvPr userDrawn="1"/>
        </p:nvGrpSpPr>
        <p:grpSpPr>
          <a:xfrm>
            <a:off x="-450421" y="-383843"/>
            <a:ext cx="1507863" cy="1510278"/>
            <a:chOff x="39184" y="-151930"/>
            <a:chExt cx="1309806" cy="1311904"/>
          </a:xfrm>
        </p:grpSpPr>
        <p:sp>
          <p:nvSpPr>
            <p:cNvPr id="267" name="Oval 357"/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68" name="Freeform 358"/>
            <p:cNvSpPr/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69" name="Freeform 359"/>
            <p:cNvSpPr/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0" name="Freeform 360"/>
            <p:cNvSpPr/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1" name="Freeform 361"/>
            <p:cNvSpPr/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2" name="Freeform 362"/>
            <p:cNvSpPr/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3" name="Freeform 363"/>
            <p:cNvSpPr/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4" name="Freeform 364"/>
            <p:cNvSpPr/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5" name="Freeform 365"/>
            <p:cNvSpPr/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7" name="Freeform 377"/>
            <p:cNvSpPr/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8" name="Freeform 378"/>
            <p:cNvSpPr/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9" name="Oval 379"/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0" name="Oval 380"/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1" name="Freeform 381"/>
            <p:cNvSpPr/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2" name="Freeform 382"/>
            <p:cNvSpPr/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3" name="Freeform 383"/>
            <p:cNvSpPr/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4" name="Freeform 384"/>
            <p:cNvSpPr/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5" name="Freeform 385"/>
            <p:cNvSpPr/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7" name="Freeform 397"/>
            <p:cNvSpPr/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8" name="Freeform 398"/>
            <p:cNvSpPr/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9" name="Oval 399"/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0" name="Oval 400"/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1" name="Freeform 401"/>
            <p:cNvSpPr/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2" name="Freeform 402"/>
            <p:cNvSpPr/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3" name="Freeform 403"/>
            <p:cNvSpPr/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4" name="Freeform 404"/>
            <p:cNvSpPr/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5" name="Freeform 405"/>
            <p:cNvSpPr/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9" name="Freeform 418"/>
            <p:cNvSpPr/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0" name="Freeform 419"/>
            <p:cNvSpPr/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1" name="Freeform 420"/>
            <p:cNvSpPr/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2" name="Freeform 421"/>
            <p:cNvSpPr/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3" name="Freeform 422"/>
            <p:cNvSpPr/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4" name="Oval 423"/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5" name="Freeform 424"/>
            <p:cNvSpPr/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6" name="Freeform 425"/>
            <p:cNvSpPr/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7" name="Freeform 426"/>
            <p:cNvSpPr/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9" name="Freeform 438"/>
            <p:cNvSpPr/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0" name="Freeform 439"/>
            <p:cNvSpPr/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1" name="Freeform 440"/>
            <p:cNvSpPr/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2" name="Freeform 441"/>
            <p:cNvSpPr/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3" name="Freeform 442"/>
            <p:cNvSpPr/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4" name="Oval 443"/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5" name="Oval 444"/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6" name="Freeform 445"/>
            <p:cNvSpPr/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7" name="Freeform 446"/>
            <p:cNvSpPr/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9" name="Freeform 458"/>
            <p:cNvSpPr/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0" name="Freeform 459"/>
            <p:cNvSpPr/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1" name="Freeform 460"/>
            <p:cNvSpPr/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2" name="Freeform 461"/>
            <p:cNvSpPr/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3" name="Freeform 462"/>
            <p:cNvSpPr/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4" name="Freeform 463"/>
            <p:cNvSpPr/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5" name="Freeform 464"/>
            <p:cNvSpPr/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6" name="Freeform 465"/>
            <p:cNvSpPr/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7" name="Freeform 466"/>
            <p:cNvSpPr/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9" name="Freeform 478"/>
            <p:cNvSpPr/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0" name="Freeform 479"/>
            <p:cNvSpPr/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1" name="Freeform 480"/>
            <p:cNvSpPr/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2" name="Freeform 481"/>
            <p:cNvSpPr/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3" name="Freeform 482"/>
            <p:cNvSpPr/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4" name="Freeform 483"/>
            <p:cNvSpPr/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5" name="Freeform 484"/>
            <p:cNvSpPr/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6" name="Freeform 485"/>
            <p:cNvSpPr/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7" name="Oval 486"/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19" name="Oval 498"/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20" name="Oval 499"/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21" name="Freeform 500"/>
            <p:cNvSpPr/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22" name="Freeform 501"/>
            <p:cNvSpPr/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23" name="Freeform 502"/>
            <p:cNvSpPr/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24" name="Freeform 503"/>
            <p:cNvSpPr/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25" name="Freeform 504"/>
            <p:cNvSpPr/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26" name="Freeform 505"/>
            <p:cNvSpPr/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27" name="Freeform 506"/>
            <p:cNvSpPr/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39" name="Oval 518"/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40" name="Freeform 519"/>
            <p:cNvSpPr/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41" name="Freeform 520"/>
            <p:cNvSpPr/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42" name="Freeform 521"/>
            <p:cNvSpPr/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43" name="Freeform 522"/>
            <p:cNvSpPr/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44" name="Freeform 523"/>
            <p:cNvSpPr/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45" name="Freeform 524"/>
            <p:cNvSpPr/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46" name="Freeform 525"/>
            <p:cNvSpPr/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47" name="Freeform 526"/>
            <p:cNvSpPr/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59" name="Freeform 538"/>
            <p:cNvSpPr/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60" name="Freeform 539"/>
            <p:cNvSpPr/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61" name="Oval 540"/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62" name="Oval 541"/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63" name="Freeform 542"/>
            <p:cNvSpPr/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64" name="Freeform 543"/>
            <p:cNvSpPr/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65" name="Freeform 544"/>
            <p:cNvSpPr/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66" name="Freeform 545"/>
            <p:cNvSpPr/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67" name="Freeform 546"/>
            <p:cNvSpPr/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79" name="Freeform 558"/>
            <p:cNvSpPr/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80" name="Freeform 559"/>
            <p:cNvSpPr/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81" name="Oval 560"/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82" name="Oval 561"/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83" name="Freeform 562"/>
            <p:cNvSpPr/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84" name="Freeform 563"/>
            <p:cNvSpPr/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85" name="Freeform 564"/>
            <p:cNvSpPr/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86" name="Freeform 565"/>
            <p:cNvSpPr/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87" name="Freeform 566"/>
            <p:cNvSpPr/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99" name="Freeform 578"/>
            <p:cNvSpPr/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00" name="Freeform 579"/>
            <p:cNvSpPr/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01" name="Freeform 580"/>
            <p:cNvSpPr/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02" name="Freeform 581"/>
            <p:cNvSpPr/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03" name="Freeform 582"/>
            <p:cNvSpPr/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04" name="Oval 583"/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05" name="Freeform 584"/>
            <p:cNvSpPr/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06" name="Freeform 585"/>
            <p:cNvSpPr/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07" name="Freeform 586"/>
            <p:cNvSpPr/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19" name="Freeform 598"/>
            <p:cNvSpPr/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20" name="Freeform 599"/>
            <p:cNvSpPr/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21" name="Freeform 600"/>
            <p:cNvSpPr/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22" name="Freeform 601"/>
            <p:cNvSpPr/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23" name="Freeform 602"/>
            <p:cNvSpPr/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24" name="Oval 603"/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25" name="Oval 604"/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26" name="Freeform 605"/>
            <p:cNvSpPr/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27" name="Freeform 606"/>
            <p:cNvSpPr/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  <p:grpSp>
        <p:nvGrpSpPr>
          <p:cNvPr id="726" name="Grupo 725"/>
          <p:cNvGrpSpPr/>
          <p:nvPr userDrawn="1"/>
        </p:nvGrpSpPr>
        <p:grpSpPr>
          <a:xfrm flipH="1">
            <a:off x="8057475" y="4108380"/>
            <a:ext cx="1507863" cy="1510278"/>
            <a:chOff x="39184" y="-151930"/>
            <a:chExt cx="1309806" cy="1311904"/>
          </a:xfrm>
          <a:solidFill>
            <a:schemeClr val="accent1"/>
          </a:solidFill>
        </p:grpSpPr>
        <p:sp>
          <p:nvSpPr>
            <p:cNvPr id="727" name="Oval 357"/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8" name="Freeform 358"/>
            <p:cNvSpPr/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9" name="Freeform 359"/>
            <p:cNvSpPr/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0" name="Freeform 360"/>
            <p:cNvSpPr/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1" name="Freeform 361"/>
            <p:cNvSpPr/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2" name="Freeform 362"/>
            <p:cNvSpPr/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3" name="Freeform 363"/>
            <p:cNvSpPr/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4" name="Freeform 364"/>
            <p:cNvSpPr/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5" name="Freeform 365"/>
            <p:cNvSpPr/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6" name="Freeform 377"/>
            <p:cNvSpPr/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7" name="Freeform 378"/>
            <p:cNvSpPr/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8" name="Oval 379"/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9" name="Oval 380"/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0" name="Freeform 381"/>
            <p:cNvSpPr/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1" name="Freeform 382"/>
            <p:cNvSpPr/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2" name="Freeform 383"/>
            <p:cNvSpPr/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3" name="Freeform 384"/>
            <p:cNvSpPr/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4" name="Freeform 385"/>
            <p:cNvSpPr/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5" name="Freeform 397"/>
            <p:cNvSpPr/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6" name="Freeform 398"/>
            <p:cNvSpPr/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7" name="Oval 399"/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8" name="Oval 400"/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9" name="Freeform 401"/>
            <p:cNvSpPr/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0" name="Freeform 402"/>
            <p:cNvSpPr/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1" name="Freeform 403"/>
            <p:cNvSpPr/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2" name="Freeform 404"/>
            <p:cNvSpPr/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3" name="Freeform 405"/>
            <p:cNvSpPr/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4" name="Freeform 418"/>
            <p:cNvSpPr/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5" name="Freeform 419"/>
            <p:cNvSpPr/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6" name="Freeform 420"/>
            <p:cNvSpPr/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7" name="Freeform 421"/>
            <p:cNvSpPr/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8" name="Freeform 422"/>
            <p:cNvSpPr/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9" name="Oval 423"/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0" name="Freeform 424"/>
            <p:cNvSpPr/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1" name="Freeform 425"/>
            <p:cNvSpPr/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2" name="Freeform 426"/>
            <p:cNvSpPr/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3" name="Freeform 438"/>
            <p:cNvSpPr/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4" name="Freeform 439"/>
            <p:cNvSpPr/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5" name="Freeform 440"/>
            <p:cNvSpPr/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6" name="Freeform 441"/>
            <p:cNvSpPr/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7" name="Freeform 442"/>
            <p:cNvSpPr/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8" name="Oval 443"/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9" name="Oval 444"/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70" name="Freeform 445"/>
            <p:cNvSpPr/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71" name="Freeform 446"/>
            <p:cNvSpPr/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72" name="Freeform 458"/>
            <p:cNvSpPr/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73" name="Freeform 459"/>
            <p:cNvSpPr/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74" name="Freeform 460"/>
            <p:cNvSpPr/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75" name="Freeform 461"/>
            <p:cNvSpPr/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76" name="Freeform 462"/>
            <p:cNvSpPr/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77" name="Freeform 463"/>
            <p:cNvSpPr/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78" name="Freeform 464"/>
            <p:cNvSpPr/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79" name="Freeform 465"/>
            <p:cNvSpPr/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80" name="Freeform 466"/>
            <p:cNvSpPr/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81" name="Freeform 478"/>
            <p:cNvSpPr/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82" name="Freeform 479"/>
            <p:cNvSpPr/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83" name="Freeform 480"/>
            <p:cNvSpPr/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84" name="Freeform 481"/>
            <p:cNvSpPr/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85" name="Freeform 482"/>
            <p:cNvSpPr/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86" name="Freeform 483"/>
            <p:cNvSpPr/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87" name="Freeform 484"/>
            <p:cNvSpPr/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88" name="Freeform 485"/>
            <p:cNvSpPr/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89" name="Oval 486"/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90" name="Oval 498"/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91" name="Oval 499"/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92" name="Freeform 500"/>
            <p:cNvSpPr/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93" name="Freeform 501"/>
            <p:cNvSpPr/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94" name="Freeform 502"/>
            <p:cNvSpPr/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95" name="Freeform 503"/>
            <p:cNvSpPr/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96" name="Freeform 504"/>
            <p:cNvSpPr/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97" name="Freeform 505"/>
            <p:cNvSpPr/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98" name="Freeform 506"/>
            <p:cNvSpPr/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99" name="Oval 518"/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00" name="Freeform 519"/>
            <p:cNvSpPr/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01" name="Freeform 520"/>
            <p:cNvSpPr/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02" name="Freeform 521"/>
            <p:cNvSpPr/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03" name="Freeform 522"/>
            <p:cNvSpPr/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04" name="Freeform 523"/>
            <p:cNvSpPr/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05" name="Freeform 524"/>
            <p:cNvSpPr/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06" name="Freeform 525"/>
            <p:cNvSpPr/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07" name="Freeform 526"/>
            <p:cNvSpPr/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08" name="Freeform 538"/>
            <p:cNvSpPr/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09" name="Freeform 539"/>
            <p:cNvSpPr/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10" name="Oval 540"/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11" name="Oval 541"/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12" name="Freeform 542"/>
            <p:cNvSpPr/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13" name="Freeform 543"/>
            <p:cNvSpPr/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14" name="Freeform 544"/>
            <p:cNvSpPr/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15" name="Freeform 545"/>
            <p:cNvSpPr/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16" name="Freeform 546"/>
            <p:cNvSpPr/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17" name="Freeform 558"/>
            <p:cNvSpPr/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18" name="Freeform 559"/>
            <p:cNvSpPr/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19" name="Oval 560"/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20" name="Oval 561"/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21" name="Freeform 562"/>
            <p:cNvSpPr/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22" name="Freeform 563"/>
            <p:cNvSpPr/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23" name="Freeform 564"/>
            <p:cNvSpPr/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24" name="Freeform 565"/>
            <p:cNvSpPr/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25" name="Freeform 566"/>
            <p:cNvSpPr/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26" name="Freeform 578"/>
            <p:cNvSpPr/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27" name="Freeform 579"/>
            <p:cNvSpPr/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28" name="Freeform 580"/>
            <p:cNvSpPr/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29" name="Freeform 581"/>
            <p:cNvSpPr/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30" name="Freeform 582"/>
            <p:cNvSpPr/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31" name="Oval 583"/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32" name="Freeform 584"/>
            <p:cNvSpPr/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33" name="Freeform 585"/>
            <p:cNvSpPr/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34" name="Freeform 586"/>
            <p:cNvSpPr/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35" name="Freeform 598"/>
            <p:cNvSpPr/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36" name="Freeform 599"/>
            <p:cNvSpPr/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37" name="Freeform 600"/>
            <p:cNvSpPr/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38" name="Freeform 601"/>
            <p:cNvSpPr/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39" name="Freeform 602"/>
            <p:cNvSpPr/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40" name="Oval 603"/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41" name="Oval 604"/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42" name="Freeform 605"/>
            <p:cNvSpPr/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43" name="Freeform 606"/>
            <p:cNvSpPr/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able of contents">
  <p:cSld name="Table of conten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1"/>
          </p:nvPr>
        </p:nvSpPr>
        <p:spPr>
          <a:xfrm>
            <a:off x="1252228" y="2327721"/>
            <a:ext cx="2867644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2"/>
          </p:nvPr>
        </p:nvSpPr>
        <p:spPr>
          <a:xfrm>
            <a:off x="2036322" y="1837963"/>
            <a:ext cx="2083549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 panose="020B0606020202050201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3"/>
          </p:nvPr>
        </p:nvSpPr>
        <p:spPr>
          <a:xfrm>
            <a:off x="1261145" y="1837962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 panose="020B0606020202050201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4"/>
          </p:nvPr>
        </p:nvSpPr>
        <p:spPr>
          <a:xfrm>
            <a:off x="5024130" y="2327720"/>
            <a:ext cx="2867642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5"/>
          </p:nvPr>
        </p:nvSpPr>
        <p:spPr>
          <a:xfrm>
            <a:off x="5808222" y="1837963"/>
            <a:ext cx="2083549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 panose="020B0606020202050201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6"/>
          </p:nvPr>
        </p:nvSpPr>
        <p:spPr>
          <a:xfrm>
            <a:off x="5024127" y="1837962"/>
            <a:ext cx="775173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 panose="020B0606020202050201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7"/>
          </p:nvPr>
        </p:nvSpPr>
        <p:spPr>
          <a:xfrm>
            <a:off x="5024128" y="3797068"/>
            <a:ext cx="2867642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8"/>
          </p:nvPr>
        </p:nvSpPr>
        <p:spPr>
          <a:xfrm>
            <a:off x="5808218" y="3307310"/>
            <a:ext cx="2083551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 panose="020B0606020202050201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9"/>
          </p:nvPr>
        </p:nvSpPr>
        <p:spPr>
          <a:xfrm>
            <a:off x="502412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 panose="020B0606020202050201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3"/>
          </p:nvPr>
        </p:nvSpPr>
        <p:spPr>
          <a:xfrm>
            <a:off x="1252228" y="3797069"/>
            <a:ext cx="2867644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4"/>
          </p:nvPr>
        </p:nvSpPr>
        <p:spPr>
          <a:xfrm>
            <a:off x="2036322" y="3307311"/>
            <a:ext cx="2083550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 panose="020B0606020202050201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5"/>
          </p:nvPr>
        </p:nvSpPr>
        <p:spPr>
          <a:xfrm>
            <a:off x="126114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 panose="020B0606020202050201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" name="Google Shape;15;p16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Freeform 352"/>
          <p:cNvSpPr/>
          <p:nvPr userDrawn="1"/>
        </p:nvSpPr>
        <p:spPr bwMode="auto">
          <a:xfrm flipH="1" flipV="1">
            <a:off x="-605116" y="4164123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s-ES" dirty="0"/>
          </a:p>
        </p:txBody>
      </p:sp>
      <p:grpSp>
        <p:nvGrpSpPr>
          <p:cNvPr id="4" name="Group 283"/>
          <p:cNvGrpSpPr/>
          <p:nvPr userDrawn="1"/>
        </p:nvGrpSpPr>
        <p:grpSpPr>
          <a:xfrm>
            <a:off x="7891769" y="-388070"/>
            <a:ext cx="1658248" cy="1282517"/>
            <a:chOff x="5136226" y="2246221"/>
            <a:chExt cx="1254126" cy="969962"/>
          </a:xfrm>
        </p:grpSpPr>
        <p:sp>
          <p:nvSpPr>
            <p:cNvPr id="5" name="Freeform 353"/>
            <p:cNvSpPr/>
            <p:nvPr/>
          </p:nvSpPr>
          <p:spPr bwMode="auto">
            <a:xfrm>
              <a:off x="5448964" y="2246221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" name="Freeform 354"/>
            <p:cNvSpPr/>
            <p:nvPr/>
          </p:nvSpPr>
          <p:spPr bwMode="auto">
            <a:xfrm>
              <a:off x="5136226" y="2558958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" name="Freeform 355"/>
            <p:cNvSpPr/>
            <p:nvPr/>
          </p:nvSpPr>
          <p:spPr bwMode="auto">
            <a:xfrm>
              <a:off x="5521989" y="2570071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" name="Freeform 356"/>
            <p:cNvSpPr/>
            <p:nvPr/>
          </p:nvSpPr>
          <p:spPr bwMode="auto">
            <a:xfrm>
              <a:off x="5604539" y="2487521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  <p:grpSp>
        <p:nvGrpSpPr>
          <p:cNvPr id="286" name="Grupo 285"/>
          <p:cNvGrpSpPr/>
          <p:nvPr userDrawn="1"/>
        </p:nvGrpSpPr>
        <p:grpSpPr>
          <a:xfrm>
            <a:off x="-883944" y="2944653"/>
            <a:ext cx="1507863" cy="1510278"/>
            <a:chOff x="39184" y="-151930"/>
            <a:chExt cx="1309806" cy="1311904"/>
          </a:xfrm>
        </p:grpSpPr>
        <p:sp>
          <p:nvSpPr>
            <p:cNvPr id="287" name="Oval 357"/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8" name="Freeform 358"/>
            <p:cNvSpPr/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9" name="Freeform 359"/>
            <p:cNvSpPr/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0" name="Freeform 360"/>
            <p:cNvSpPr/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1" name="Freeform 361"/>
            <p:cNvSpPr/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2" name="Freeform 362"/>
            <p:cNvSpPr/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3" name="Freeform 363"/>
            <p:cNvSpPr/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4" name="Freeform 364"/>
            <p:cNvSpPr/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5" name="Freeform 365"/>
            <p:cNvSpPr/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6" name="Freeform 377"/>
            <p:cNvSpPr/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7" name="Freeform 378"/>
            <p:cNvSpPr/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8" name="Oval 379"/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9" name="Oval 380"/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0" name="Freeform 381"/>
            <p:cNvSpPr/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1" name="Freeform 382"/>
            <p:cNvSpPr/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2" name="Freeform 383"/>
            <p:cNvSpPr/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3" name="Freeform 384"/>
            <p:cNvSpPr/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4" name="Freeform 385"/>
            <p:cNvSpPr/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5" name="Freeform 397"/>
            <p:cNvSpPr/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6" name="Freeform 398"/>
            <p:cNvSpPr/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7" name="Oval 399"/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8" name="Oval 400"/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9" name="Freeform 401"/>
            <p:cNvSpPr/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0" name="Freeform 402"/>
            <p:cNvSpPr/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1" name="Freeform 403"/>
            <p:cNvSpPr/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2" name="Freeform 404"/>
            <p:cNvSpPr/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3" name="Freeform 405"/>
            <p:cNvSpPr/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4" name="Freeform 418"/>
            <p:cNvSpPr/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5" name="Freeform 419"/>
            <p:cNvSpPr/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6" name="Freeform 420"/>
            <p:cNvSpPr/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7" name="Freeform 421"/>
            <p:cNvSpPr/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8" name="Freeform 422"/>
            <p:cNvSpPr/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9" name="Oval 423"/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0" name="Freeform 424"/>
            <p:cNvSpPr/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1" name="Freeform 425"/>
            <p:cNvSpPr/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2" name="Freeform 426"/>
            <p:cNvSpPr/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3" name="Freeform 438"/>
            <p:cNvSpPr/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4" name="Freeform 439"/>
            <p:cNvSpPr/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5" name="Freeform 440"/>
            <p:cNvSpPr/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6" name="Freeform 441"/>
            <p:cNvSpPr/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7" name="Freeform 442"/>
            <p:cNvSpPr/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8" name="Oval 443"/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9" name="Oval 444"/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0" name="Freeform 445"/>
            <p:cNvSpPr/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1" name="Freeform 446"/>
            <p:cNvSpPr/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2" name="Freeform 458"/>
            <p:cNvSpPr/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3" name="Freeform 459"/>
            <p:cNvSpPr/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4" name="Freeform 460"/>
            <p:cNvSpPr/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5" name="Freeform 461"/>
            <p:cNvSpPr/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6" name="Freeform 462"/>
            <p:cNvSpPr/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7" name="Freeform 463"/>
            <p:cNvSpPr/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8" name="Freeform 464"/>
            <p:cNvSpPr/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9" name="Freeform 465"/>
            <p:cNvSpPr/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0" name="Freeform 466"/>
            <p:cNvSpPr/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1" name="Freeform 478"/>
            <p:cNvSpPr/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2" name="Freeform 479"/>
            <p:cNvSpPr/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3" name="Freeform 480"/>
            <p:cNvSpPr/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4" name="Freeform 481"/>
            <p:cNvSpPr/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5" name="Freeform 482"/>
            <p:cNvSpPr/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6" name="Freeform 483"/>
            <p:cNvSpPr/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7" name="Freeform 484"/>
            <p:cNvSpPr/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8" name="Freeform 485"/>
            <p:cNvSpPr/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9" name="Oval 486"/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0" name="Oval 498"/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1" name="Oval 499"/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2" name="Freeform 500"/>
            <p:cNvSpPr/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3" name="Freeform 501"/>
            <p:cNvSpPr/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4" name="Freeform 502"/>
            <p:cNvSpPr/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5" name="Freeform 503"/>
            <p:cNvSpPr/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6" name="Freeform 504"/>
            <p:cNvSpPr/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7" name="Freeform 505"/>
            <p:cNvSpPr/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8" name="Freeform 506"/>
            <p:cNvSpPr/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9" name="Oval 518"/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0" name="Freeform 519"/>
            <p:cNvSpPr/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1" name="Freeform 520"/>
            <p:cNvSpPr/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2" name="Freeform 521"/>
            <p:cNvSpPr/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3" name="Freeform 522"/>
            <p:cNvSpPr/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4" name="Freeform 523"/>
            <p:cNvSpPr/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5" name="Freeform 524"/>
            <p:cNvSpPr/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6" name="Freeform 525"/>
            <p:cNvSpPr/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7" name="Freeform 526"/>
            <p:cNvSpPr/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8" name="Freeform 538"/>
            <p:cNvSpPr/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9" name="Freeform 539"/>
            <p:cNvSpPr/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0" name="Oval 540"/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1" name="Oval 541"/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2" name="Freeform 542"/>
            <p:cNvSpPr/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3" name="Freeform 543"/>
            <p:cNvSpPr/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4" name="Freeform 544"/>
            <p:cNvSpPr/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5" name="Freeform 545"/>
            <p:cNvSpPr/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6" name="Freeform 546"/>
            <p:cNvSpPr/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7" name="Freeform 558"/>
            <p:cNvSpPr/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8" name="Freeform 559"/>
            <p:cNvSpPr/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9" name="Oval 560"/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0" name="Oval 561"/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1" name="Freeform 562"/>
            <p:cNvSpPr/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2" name="Freeform 563"/>
            <p:cNvSpPr/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3" name="Freeform 564"/>
            <p:cNvSpPr/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4" name="Freeform 565"/>
            <p:cNvSpPr/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5" name="Freeform 566"/>
            <p:cNvSpPr/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6" name="Freeform 578"/>
            <p:cNvSpPr/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7" name="Freeform 579"/>
            <p:cNvSpPr/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8" name="Freeform 580"/>
            <p:cNvSpPr/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9" name="Freeform 581"/>
            <p:cNvSpPr/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0" name="Freeform 582"/>
            <p:cNvSpPr/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1" name="Oval 583"/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2" name="Freeform 584"/>
            <p:cNvSpPr/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3" name="Freeform 585"/>
            <p:cNvSpPr/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4" name="Freeform 586"/>
            <p:cNvSpPr/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5" name="Freeform 598"/>
            <p:cNvSpPr/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6" name="Freeform 599"/>
            <p:cNvSpPr/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7" name="Freeform 600"/>
            <p:cNvSpPr/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8" name="Freeform 601"/>
            <p:cNvSpPr/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9" name="Freeform 602"/>
            <p:cNvSpPr/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0" name="Oval 603"/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1" name="Oval 604"/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2" name="Freeform 605"/>
            <p:cNvSpPr/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3" name="Freeform 606"/>
            <p:cNvSpPr/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two columns">
  <p:cSld name="Title and two 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1511030" y="3006348"/>
            <a:ext cx="2464340" cy="89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5168632" y="3006348"/>
            <a:ext cx="2464338" cy="89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3"/>
          </p:nvPr>
        </p:nvSpPr>
        <p:spPr>
          <a:xfrm>
            <a:off x="1511030" y="2581073"/>
            <a:ext cx="2464340" cy="45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 panose="020B0606020202050201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4"/>
          </p:nvPr>
        </p:nvSpPr>
        <p:spPr>
          <a:xfrm>
            <a:off x="5168632" y="2581073"/>
            <a:ext cx="2464338" cy="45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 panose="020B0606020202050201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" name="Google Shape;15;p16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grpSp>
        <p:nvGrpSpPr>
          <p:cNvPr id="3" name="Group 895"/>
          <p:cNvGrpSpPr/>
          <p:nvPr userDrawn="1"/>
        </p:nvGrpSpPr>
        <p:grpSpPr>
          <a:xfrm>
            <a:off x="-15880" y="3526526"/>
            <a:ext cx="2300556" cy="2575530"/>
            <a:chOff x="3238240" y="323850"/>
            <a:chExt cx="1739901" cy="1947863"/>
          </a:xfrm>
        </p:grpSpPr>
        <p:sp>
          <p:nvSpPr>
            <p:cNvPr id="4" name="Freeform 352"/>
            <p:cNvSpPr/>
            <p:nvPr/>
          </p:nvSpPr>
          <p:spPr bwMode="auto">
            <a:xfrm>
              <a:off x="3238240" y="323850"/>
              <a:ext cx="1654175" cy="1947863"/>
            </a:xfrm>
            <a:custGeom>
              <a:avLst/>
              <a:gdLst>
                <a:gd name="T0" fmla="*/ 50016 w 50016"/>
                <a:gd name="T1" fmla="*/ 49881 h 58876"/>
                <a:gd name="T2" fmla="*/ 135 w 50016"/>
                <a:gd name="T3" fmla="*/ 0 h 58876"/>
                <a:gd name="T4" fmla="*/ 0 w 50016"/>
                <a:gd name="T5" fmla="*/ 29959 h 58876"/>
                <a:gd name="T6" fmla="*/ 26668 w 50016"/>
                <a:gd name="T7" fmla="*/ 56627 h 58876"/>
                <a:gd name="T8" fmla="*/ 32096 w 50016"/>
                <a:gd name="T9" fmla="*/ 58876 h 58876"/>
                <a:gd name="T10" fmla="*/ 49927 w 50016"/>
                <a:gd name="T11" fmla="*/ 58876 h 58876"/>
                <a:gd name="T12" fmla="*/ 50016 w 50016"/>
                <a:gd name="T13" fmla="*/ 49881 h 58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016" h="5887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" name="Freeform 353"/>
            <p:cNvSpPr/>
            <p:nvPr/>
          </p:nvSpPr>
          <p:spPr bwMode="auto">
            <a:xfrm>
              <a:off x="4036753" y="947738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" name="Freeform 354"/>
            <p:cNvSpPr/>
            <p:nvPr/>
          </p:nvSpPr>
          <p:spPr bwMode="auto">
            <a:xfrm>
              <a:off x="3724015" y="1260475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" name="Freeform 355"/>
            <p:cNvSpPr/>
            <p:nvPr/>
          </p:nvSpPr>
          <p:spPr bwMode="auto">
            <a:xfrm>
              <a:off x="4109778" y="1271588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" name="Freeform 356"/>
            <p:cNvSpPr/>
            <p:nvPr/>
          </p:nvSpPr>
          <p:spPr bwMode="auto">
            <a:xfrm>
              <a:off x="4192328" y="1189038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three columns">
  <p:cSld name="Title and three 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body" idx="1"/>
          </p:nvPr>
        </p:nvSpPr>
        <p:spPr>
          <a:xfrm>
            <a:off x="817925" y="3073338"/>
            <a:ext cx="2279176" cy="83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2"/>
          </p:nvPr>
        </p:nvSpPr>
        <p:spPr>
          <a:xfrm>
            <a:off x="3432412" y="3073338"/>
            <a:ext cx="2279176" cy="83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3"/>
          </p:nvPr>
        </p:nvSpPr>
        <p:spPr>
          <a:xfrm>
            <a:off x="817926" y="2709438"/>
            <a:ext cx="2279176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 panose="020B0606020202050201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52" name="Google Shape;52;p21"/>
          <p:cNvSpPr txBox="1">
            <a:spLocks noGrp="1"/>
          </p:cNvSpPr>
          <p:nvPr>
            <p:ph type="body" idx="4"/>
          </p:nvPr>
        </p:nvSpPr>
        <p:spPr>
          <a:xfrm>
            <a:off x="3432412" y="2707760"/>
            <a:ext cx="2279176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 panose="020B0606020202050201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53" name="Google Shape;53;p21"/>
          <p:cNvSpPr txBox="1">
            <a:spLocks noGrp="1"/>
          </p:cNvSpPr>
          <p:nvPr>
            <p:ph type="body" idx="5"/>
          </p:nvPr>
        </p:nvSpPr>
        <p:spPr>
          <a:xfrm>
            <a:off x="6067792" y="3073337"/>
            <a:ext cx="2279176" cy="839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6"/>
          </p:nvPr>
        </p:nvSpPr>
        <p:spPr>
          <a:xfrm>
            <a:off x="6067793" y="2703610"/>
            <a:ext cx="2279176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 panose="020B0606020202050201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" name="Google Shape;15;p16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4" name="Freeform 881"/>
          <p:cNvSpPr/>
          <p:nvPr userDrawn="1"/>
        </p:nvSpPr>
        <p:spPr bwMode="auto">
          <a:xfrm rot="10800000">
            <a:off x="-4702" y="0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s-ES"/>
          </a:p>
        </p:txBody>
      </p:sp>
      <p:grpSp>
        <p:nvGrpSpPr>
          <p:cNvPr id="48" name="Grupo 47"/>
          <p:cNvGrpSpPr/>
          <p:nvPr userDrawn="1"/>
        </p:nvGrpSpPr>
        <p:grpSpPr>
          <a:xfrm>
            <a:off x="8273608" y="4200584"/>
            <a:ext cx="1507863" cy="1510278"/>
            <a:chOff x="39184" y="-151930"/>
            <a:chExt cx="1309806" cy="1311904"/>
          </a:xfrm>
          <a:solidFill>
            <a:schemeClr val="bg2"/>
          </a:solidFill>
        </p:grpSpPr>
        <p:sp>
          <p:nvSpPr>
            <p:cNvPr id="535" name="Oval 357"/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6" name="Freeform 358"/>
            <p:cNvSpPr/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7" name="Freeform 359"/>
            <p:cNvSpPr/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8" name="Freeform 360"/>
            <p:cNvSpPr/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9" name="Freeform 361"/>
            <p:cNvSpPr/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0" name="Freeform 362"/>
            <p:cNvSpPr/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1" name="Freeform 363"/>
            <p:cNvSpPr/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2" name="Freeform 364"/>
            <p:cNvSpPr/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3" name="Freeform 365"/>
            <p:cNvSpPr/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4" name="Freeform 377"/>
            <p:cNvSpPr/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5" name="Freeform 378"/>
            <p:cNvSpPr/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6" name="Oval 379"/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7" name="Oval 380"/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8" name="Freeform 381"/>
            <p:cNvSpPr/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9" name="Freeform 382"/>
            <p:cNvSpPr/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0" name="Freeform 383"/>
            <p:cNvSpPr/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1" name="Freeform 384"/>
            <p:cNvSpPr/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2" name="Freeform 385"/>
            <p:cNvSpPr/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3" name="Freeform 397"/>
            <p:cNvSpPr/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4" name="Freeform 398"/>
            <p:cNvSpPr/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5" name="Oval 399"/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6" name="Oval 400"/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7" name="Freeform 401"/>
            <p:cNvSpPr/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8" name="Freeform 402"/>
            <p:cNvSpPr/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9" name="Freeform 403"/>
            <p:cNvSpPr/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0" name="Freeform 404"/>
            <p:cNvSpPr/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1" name="Freeform 405"/>
            <p:cNvSpPr/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2" name="Freeform 418"/>
            <p:cNvSpPr/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3" name="Freeform 419"/>
            <p:cNvSpPr/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4" name="Freeform 420"/>
            <p:cNvSpPr/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5" name="Freeform 421"/>
            <p:cNvSpPr/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6" name="Freeform 422"/>
            <p:cNvSpPr/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7" name="Oval 423"/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8" name="Freeform 424"/>
            <p:cNvSpPr/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9" name="Freeform 425"/>
            <p:cNvSpPr/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0" name="Freeform 426"/>
            <p:cNvSpPr/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1" name="Freeform 438"/>
            <p:cNvSpPr/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2" name="Freeform 439"/>
            <p:cNvSpPr/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3" name="Freeform 440"/>
            <p:cNvSpPr/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4" name="Freeform 441"/>
            <p:cNvSpPr/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5" name="Freeform 442"/>
            <p:cNvSpPr/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6" name="Oval 443"/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7" name="Oval 444"/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8" name="Freeform 445"/>
            <p:cNvSpPr/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9" name="Freeform 446"/>
            <p:cNvSpPr/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0" name="Freeform 458"/>
            <p:cNvSpPr/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1" name="Freeform 459"/>
            <p:cNvSpPr/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2" name="Freeform 460"/>
            <p:cNvSpPr/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3" name="Freeform 461"/>
            <p:cNvSpPr/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4" name="Freeform 462"/>
            <p:cNvSpPr/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5" name="Freeform 463"/>
            <p:cNvSpPr/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6" name="Freeform 464"/>
            <p:cNvSpPr/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7" name="Freeform 465"/>
            <p:cNvSpPr/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8" name="Freeform 466"/>
            <p:cNvSpPr/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9" name="Freeform 478"/>
            <p:cNvSpPr/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0" name="Freeform 479"/>
            <p:cNvSpPr/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1" name="Freeform 480"/>
            <p:cNvSpPr/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2" name="Freeform 481"/>
            <p:cNvSpPr/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3" name="Freeform 482"/>
            <p:cNvSpPr/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4" name="Freeform 483"/>
            <p:cNvSpPr/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5" name="Freeform 484"/>
            <p:cNvSpPr/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6" name="Freeform 485"/>
            <p:cNvSpPr/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7" name="Oval 486"/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8" name="Oval 498"/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9" name="Oval 499"/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0" name="Freeform 500"/>
            <p:cNvSpPr/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1" name="Freeform 501"/>
            <p:cNvSpPr/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2" name="Freeform 502"/>
            <p:cNvSpPr/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3" name="Freeform 503"/>
            <p:cNvSpPr/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4" name="Freeform 504"/>
            <p:cNvSpPr/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5" name="Freeform 505"/>
            <p:cNvSpPr/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6" name="Freeform 506"/>
            <p:cNvSpPr/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7" name="Oval 518"/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8" name="Freeform 519"/>
            <p:cNvSpPr/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9" name="Freeform 520"/>
            <p:cNvSpPr/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0" name="Freeform 521"/>
            <p:cNvSpPr/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1" name="Freeform 522"/>
            <p:cNvSpPr/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2" name="Freeform 523"/>
            <p:cNvSpPr/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3" name="Freeform 524"/>
            <p:cNvSpPr/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4" name="Freeform 525"/>
            <p:cNvSpPr/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5" name="Freeform 526"/>
            <p:cNvSpPr/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6" name="Freeform 538"/>
            <p:cNvSpPr/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7" name="Freeform 539"/>
            <p:cNvSpPr/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8" name="Oval 540"/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9" name="Oval 541"/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0" name="Freeform 542"/>
            <p:cNvSpPr/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1" name="Freeform 543"/>
            <p:cNvSpPr/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2" name="Freeform 544"/>
            <p:cNvSpPr/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3" name="Freeform 545"/>
            <p:cNvSpPr/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4" name="Freeform 546"/>
            <p:cNvSpPr/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5" name="Freeform 558"/>
            <p:cNvSpPr/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6" name="Freeform 559"/>
            <p:cNvSpPr/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7" name="Oval 560"/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8" name="Oval 561"/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9" name="Freeform 562"/>
            <p:cNvSpPr/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0" name="Freeform 563"/>
            <p:cNvSpPr/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1" name="Freeform 564"/>
            <p:cNvSpPr/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2" name="Freeform 565"/>
            <p:cNvSpPr/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3" name="Freeform 566"/>
            <p:cNvSpPr/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4" name="Freeform 578"/>
            <p:cNvSpPr/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5" name="Freeform 579"/>
            <p:cNvSpPr/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6" name="Freeform 580"/>
            <p:cNvSpPr/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7" name="Freeform 581"/>
            <p:cNvSpPr/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8" name="Freeform 582"/>
            <p:cNvSpPr/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9" name="Oval 583"/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0" name="Freeform 584"/>
            <p:cNvSpPr/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1" name="Freeform 585"/>
            <p:cNvSpPr/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2" name="Freeform 586"/>
            <p:cNvSpPr/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3" name="Freeform 598"/>
            <p:cNvSpPr/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4" name="Freeform 599"/>
            <p:cNvSpPr/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5" name="Freeform 600"/>
            <p:cNvSpPr/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6" name="Freeform 601"/>
            <p:cNvSpPr/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7" name="Freeform 602"/>
            <p:cNvSpPr/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8" name="Oval 603"/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9" name="Oval 604"/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0" name="Freeform 605"/>
            <p:cNvSpPr/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1" name="Freeform 606"/>
            <p:cNvSpPr/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  <p:grpSp>
        <p:nvGrpSpPr>
          <p:cNvPr id="652" name="Grupo 651"/>
          <p:cNvGrpSpPr/>
          <p:nvPr userDrawn="1"/>
        </p:nvGrpSpPr>
        <p:grpSpPr>
          <a:xfrm flipH="1">
            <a:off x="8324353" y="-624148"/>
            <a:ext cx="1507863" cy="1510278"/>
            <a:chOff x="39184" y="-151930"/>
            <a:chExt cx="1309806" cy="1311904"/>
          </a:xfrm>
          <a:solidFill>
            <a:schemeClr val="accent1"/>
          </a:solidFill>
        </p:grpSpPr>
        <p:sp>
          <p:nvSpPr>
            <p:cNvPr id="653" name="Oval 357"/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4" name="Freeform 358"/>
            <p:cNvSpPr/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5" name="Freeform 359"/>
            <p:cNvSpPr/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6" name="Freeform 360"/>
            <p:cNvSpPr/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7" name="Freeform 361"/>
            <p:cNvSpPr/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8" name="Freeform 362"/>
            <p:cNvSpPr/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9" name="Freeform 363"/>
            <p:cNvSpPr/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0" name="Freeform 364"/>
            <p:cNvSpPr/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1" name="Freeform 365"/>
            <p:cNvSpPr/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2" name="Freeform 377"/>
            <p:cNvSpPr/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3" name="Freeform 378"/>
            <p:cNvSpPr/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4" name="Oval 379"/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5" name="Oval 380"/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6" name="Freeform 381"/>
            <p:cNvSpPr/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7" name="Freeform 382"/>
            <p:cNvSpPr/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8" name="Freeform 383"/>
            <p:cNvSpPr/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9" name="Freeform 384"/>
            <p:cNvSpPr/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0" name="Freeform 385"/>
            <p:cNvSpPr/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1" name="Freeform 397"/>
            <p:cNvSpPr/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2" name="Freeform 398"/>
            <p:cNvSpPr/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3" name="Oval 399"/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4" name="Oval 400"/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5" name="Freeform 401"/>
            <p:cNvSpPr/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6" name="Freeform 402"/>
            <p:cNvSpPr/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7" name="Freeform 403"/>
            <p:cNvSpPr/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8" name="Freeform 404"/>
            <p:cNvSpPr/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9" name="Freeform 405"/>
            <p:cNvSpPr/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0" name="Freeform 418"/>
            <p:cNvSpPr/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1" name="Freeform 419"/>
            <p:cNvSpPr/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2" name="Freeform 420"/>
            <p:cNvSpPr/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3" name="Freeform 421"/>
            <p:cNvSpPr/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4" name="Freeform 422"/>
            <p:cNvSpPr/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5" name="Oval 423"/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6" name="Freeform 424"/>
            <p:cNvSpPr/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7" name="Freeform 425"/>
            <p:cNvSpPr/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8" name="Freeform 426"/>
            <p:cNvSpPr/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9" name="Freeform 438"/>
            <p:cNvSpPr/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0" name="Freeform 439"/>
            <p:cNvSpPr/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1" name="Freeform 440"/>
            <p:cNvSpPr/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2" name="Freeform 441"/>
            <p:cNvSpPr/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3" name="Freeform 442"/>
            <p:cNvSpPr/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4" name="Oval 443"/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5" name="Oval 444"/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6" name="Freeform 445"/>
            <p:cNvSpPr/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7" name="Freeform 446"/>
            <p:cNvSpPr/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8" name="Freeform 458"/>
            <p:cNvSpPr/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9" name="Freeform 459"/>
            <p:cNvSpPr/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0" name="Freeform 460"/>
            <p:cNvSpPr/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1" name="Freeform 461"/>
            <p:cNvSpPr/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2" name="Freeform 462"/>
            <p:cNvSpPr/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3" name="Freeform 463"/>
            <p:cNvSpPr/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4" name="Freeform 464"/>
            <p:cNvSpPr/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5" name="Freeform 465"/>
            <p:cNvSpPr/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6" name="Freeform 466"/>
            <p:cNvSpPr/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7" name="Freeform 478"/>
            <p:cNvSpPr/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8" name="Freeform 479"/>
            <p:cNvSpPr/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9" name="Freeform 480"/>
            <p:cNvSpPr/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0" name="Freeform 481"/>
            <p:cNvSpPr/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1" name="Freeform 482"/>
            <p:cNvSpPr/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2" name="Freeform 483"/>
            <p:cNvSpPr/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3" name="Freeform 484"/>
            <p:cNvSpPr/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4" name="Freeform 485"/>
            <p:cNvSpPr/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5" name="Oval 486"/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6" name="Oval 498"/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7" name="Oval 499"/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8" name="Freeform 500"/>
            <p:cNvSpPr/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9" name="Freeform 501"/>
            <p:cNvSpPr/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0" name="Freeform 502"/>
            <p:cNvSpPr/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1" name="Freeform 503"/>
            <p:cNvSpPr/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2" name="Freeform 504"/>
            <p:cNvSpPr/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3" name="Freeform 505"/>
            <p:cNvSpPr/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4" name="Freeform 506"/>
            <p:cNvSpPr/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5" name="Oval 518"/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6" name="Freeform 519"/>
            <p:cNvSpPr/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7" name="Freeform 520"/>
            <p:cNvSpPr/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8" name="Freeform 521"/>
            <p:cNvSpPr/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9" name="Freeform 522"/>
            <p:cNvSpPr/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0" name="Freeform 523"/>
            <p:cNvSpPr/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1" name="Freeform 524"/>
            <p:cNvSpPr/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2" name="Freeform 525"/>
            <p:cNvSpPr/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3" name="Freeform 526"/>
            <p:cNvSpPr/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4" name="Freeform 538"/>
            <p:cNvSpPr/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5" name="Freeform 539"/>
            <p:cNvSpPr/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6" name="Oval 540"/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7" name="Oval 541"/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8" name="Freeform 542"/>
            <p:cNvSpPr/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9" name="Freeform 543"/>
            <p:cNvSpPr/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0" name="Freeform 544"/>
            <p:cNvSpPr/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1" name="Freeform 545"/>
            <p:cNvSpPr/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2" name="Freeform 546"/>
            <p:cNvSpPr/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3" name="Freeform 558"/>
            <p:cNvSpPr/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4" name="Freeform 559"/>
            <p:cNvSpPr/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5" name="Oval 560"/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6" name="Oval 561"/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7" name="Freeform 562"/>
            <p:cNvSpPr/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8" name="Freeform 563"/>
            <p:cNvSpPr/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9" name="Freeform 564"/>
            <p:cNvSpPr/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0" name="Freeform 565"/>
            <p:cNvSpPr/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1" name="Freeform 566"/>
            <p:cNvSpPr/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2" name="Freeform 578"/>
            <p:cNvSpPr/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3" name="Freeform 579"/>
            <p:cNvSpPr/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4" name="Freeform 580"/>
            <p:cNvSpPr/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5" name="Freeform 581"/>
            <p:cNvSpPr/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6" name="Freeform 582"/>
            <p:cNvSpPr/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7" name="Oval 583"/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8" name="Freeform 584"/>
            <p:cNvSpPr/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9" name="Freeform 585"/>
            <p:cNvSpPr/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0" name="Freeform 586"/>
            <p:cNvSpPr/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1" name="Freeform 598"/>
            <p:cNvSpPr/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2" name="Freeform 599"/>
            <p:cNvSpPr/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3" name="Freeform 600"/>
            <p:cNvSpPr/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4" name="Freeform 601"/>
            <p:cNvSpPr/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5" name="Freeform 602"/>
            <p:cNvSpPr/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6" name="Oval 603"/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7" name="Oval 604"/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8" name="Freeform 605"/>
            <p:cNvSpPr/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9" name="Freeform 606"/>
            <p:cNvSpPr/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roup 895"/>
          <p:cNvGrpSpPr/>
          <p:nvPr userDrawn="1"/>
        </p:nvGrpSpPr>
        <p:grpSpPr>
          <a:xfrm>
            <a:off x="7144602" y="3147253"/>
            <a:ext cx="2300556" cy="2575530"/>
            <a:chOff x="3238240" y="323850"/>
            <a:chExt cx="1739901" cy="1947863"/>
          </a:xfrm>
        </p:grpSpPr>
        <p:sp>
          <p:nvSpPr>
            <p:cNvPr id="270" name="Freeform 352"/>
            <p:cNvSpPr/>
            <p:nvPr/>
          </p:nvSpPr>
          <p:spPr bwMode="auto">
            <a:xfrm>
              <a:off x="3238240" y="323850"/>
              <a:ext cx="1654175" cy="1947863"/>
            </a:xfrm>
            <a:custGeom>
              <a:avLst/>
              <a:gdLst>
                <a:gd name="T0" fmla="*/ 50016 w 50016"/>
                <a:gd name="T1" fmla="*/ 49881 h 58876"/>
                <a:gd name="T2" fmla="*/ 135 w 50016"/>
                <a:gd name="T3" fmla="*/ 0 h 58876"/>
                <a:gd name="T4" fmla="*/ 0 w 50016"/>
                <a:gd name="T5" fmla="*/ 29959 h 58876"/>
                <a:gd name="T6" fmla="*/ 26668 w 50016"/>
                <a:gd name="T7" fmla="*/ 56627 h 58876"/>
                <a:gd name="T8" fmla="*/ 32096 w 50016"/>
                <a:gd name="T9" fmla="*/ 58876 h 58876"/>
                <a:gd name="T10" fmla="*/ 49927 w 50016"/>
                <a:gd name="T11" fmla="*/ 58876 h 58876"/>
                <a:gd name="T12" fmla="*/ 50016 w 50016"/>
                <a:gd name="T13" fmla="*/ 49881 h 58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016" h="5887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1" name="Freeform 353"/>
            <p:cNvSpPr/>
            <p:nvPr/>
          </p:nvSpPr>
          <p:spPr bwMode="auto">
            <a:xfrm>
              <a:off x="4036753" y="947738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2" name="Freeform 354"/>
            <p:cNvSpPr/>
            <p:nvPr/>
          </p:nvSpPr>
          <p:spPr bwMode="auto">
            <a:xfrm>
              <a:off x="3724015" y="1260475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3" name="Freeform 355"/>
            <p:cNvSpPr/>
            <p:nvPr/>
          </p:nvSpPr>
          <p:spPr bwMode="auto">
            <a:xfrm>
              <a:off x="4109778" y="1271588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4" name="Freeform 356"/>
            <p:cNvSpPr/>
            <p:nvPr/>
          </p:nvSpPr>
          <p:spPr bwMode="auto">
            <a:xfrm>
              <a:off x="4192328" y="1189038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723901" y="1362353"/>
            <a:ext cx="3998224" cy="155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400"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8" name="Google Shape;58;p22"/>
          <p:cNvSpPr txBox="1">
            <a:spLocks noGrp="1"/>
          </p:cNvSpPr>
          <p:nvPr>
            <p:ph type="body" idx="1"/>
          </p:nvPr>
        </p:nvSpPr>
        <p:spPr>
          <a:xfrm>
            <a:off x="723901" y="2890654"/>
            <a:ext cx="3998224" cy="882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 dirty="0"/>
          </a:p>
        </p:txBody>
      </p:sp>
      <p:sp>
        <p:nvSpPr>
          <p:cNvPr id="5" name="Marcador de posición de imagen 3"/>
          <p:cNvSpPr>
            <a:spLocks noGrp="1"/>
          </p:cNvSpPr>
          <p:nvPr>
            <p:ph type="pic" sz="quarter" idx="10"/>
          </p:nvPr>
        </p:nvSpPr>
        <p:spPr>
          <a:xfrm>
            <a:off x="5124450" y="1173659"/>
            <a:ext cx="3295650" cy="2804616"/>
          </a:xfrm>
          <a:prstGeom prst="roundRect">
            <a:avLst>
              <a:gd name="adj" fmla="val 7665"/>
            </a:avLst>
          </a:prstGeom>
        </p:spPr>
        <p:txBody>
          <a:bodyPr/>
          <a:lstStyle/>
          <a:p>
            <a:endParaRPr lang="es-ES" dirty="0"/>
          </a:p>
        </p:txBody>
      </p:sp>
      <p:sp>
        <p:nvSpPr>
          <p:cNvPr id="275" name="Freeform 352"/>
          <p:cNvSpPr/>
          <p:nvPr userDrawn="1"/>
        </p:nvSpPr>
        <p:spPr bwMode="auto">
          <a:xfrm>
            <a:off x="-684423" y="-1789571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s-ES"/>
          </a:p>
        </p:txBody>
      </p:sp>
      <p:grpSp>
        <p:nvGrpSpPr>
          <p:cNvPr id="584" name="Grupo 583"/>
          <p:cNvGrpSpPr/>
          <p:nvPr userDrawn="1"/>
        </p:nvGrpSpPr>
        <p:grpSpPr>
          <a:xfrm flipH="1">
            <a:off x="8238205" y="-570849"/>
            <a:ext cx="1507863" cy="1510278"/>
            <a:chOff x="39184" y="-151930"/>
            <a:chExt cx="1309806" cy="1311904"/>
          </a:xfrm>
          <a:solidFill>
            <a:schemeClr val="accent1"/>
          </a:solidFill>
        </p:grpSpPr>
        <p:sp>
          <p:nvSpPr>
            <p:cNvPr id="585" name="Oval 357"/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6" name="Freeform 358"/>
            <p:cNvSpPr/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7" name="Freeform 359"/>
            <p:cNvSpPr/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8" name="Freeform 360"/>
            <p:cNvSpPr/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9" name="Freeform 361"/>
            <p:cNvSpPr/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0" name="Freeform 362"/>
            <p:cNvSpPr/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1" name="Freeform 363"/>
            <p:cNvSpPr/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2" name="Freeform 364"/>
            <p:cNvSpPr/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3" name="Freeform 365"/>
            <p:cNvSpPr/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4" name="Freeform 377"/>
            <p:cNvSpPr/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5" name="Freeform 378"/>
            <p:cNvSpPr/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6" name="Oval 379"/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7" name="Oval 380"/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8" name="Freeform 381"/>
            <p:cNvSpPr/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9" name="Freeform 382"/>
            <p:cNvSpPr/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0" name="Freeform 383"/>
            <p:cNvSpPr/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1" name="Freeform 384"/>
            <p:cNvSpPr/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2" name="Freeform 385"/>
            <p:cNvSpPr/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3" name="Freeform 397"/>
            <p:cNvSpPr/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4" name="Freeform 398"/>
            <p:cNvSpPr/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5" name="Oval 399"/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6" name="Oval 400"/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7" name="Freeform 401"/>
            <p:cNvSpPr/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8" name="Freeform 402"/>
            <p:cNvSpPr/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9" name="Freeform 403"/>
            <p:cNvSpPr/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0" name="Freeform 404"/>
            <p:cNvSpPr/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1" name="Freeform 405"/>
            <p:cNvSpPr/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2" name="Freeform 418"/>
            <p:cNvSpPr/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3" name="Freeform 419"/>
            <p:cNvSpPr/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4" name="Freeform 420"/>
            <p:cNvSpPr/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5" name="Freeform 421"/>
            <p:cNvSpPr/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6" name="Freeform 422"/>
            <p:cNvSpPr/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7" name="Oval 423"/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8" name="Freeform 424"/>
            <p:cNvSpPr/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9" name="Freeform 425"/>
            <p:cNvSpPr/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0" name="Freeform 426"/>
            <p:cNvSpPr/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1" name="Freeform 438"/>
            <p:cNvSpPr/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2" name="Freeform 439"/>
            <p:cNvSpPr/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3" name="Freeform 440"/>
            <p:cNvSpPr/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4" name="Freeform 441"/>
            <p:cNvSpPr/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5" name="Freeform 442"/>
            <p:cNvSpPr/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6" name="Oval 443"/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7" name="Oval 444"/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8" name="Freeform 445"/>
            <p:cNvSpPr/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9" name="Freeform 446"/>
            <p:cNvSpPr/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0" name="Freeform 458"/>
            <p:cNvSpPr/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1" name="Freeform 459"/>
            <p:cNvSpPr/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2" name="Freeform 460"/>
            <p:cNvSpPr/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3" name="Freeform 461"/>
            <p:cNvSpPr/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4" name="Freeform 462"/>
            <p:cNvSpPr/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5" name="Freeform 463"/>
            <p:cNvSpPr/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6" name="Freeform 464"/>
            <p:cNvSpPr/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7" name="Freeform 465"/>
            <p:cNvSpPr/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8" name="Freeform 466"/>
            <p:cNvSpPr/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9" name="Freeform 478"/>
            <p:cNvSpPr/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0" name="Freeform 479"/>
            <p:cNvSpPr/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1" name="Freeform 480"/>
            <p:cNvSpPr/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2" name="Freeform 481"/>
            <p:cNvSpPr/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3" name="Freeform 482"/>
            <p:cNvSpPr/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4" name="Freeform 483"/>
            <p:cNvSpPr/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5" name="Freeform 484"/>
            <p:cNvSpPr/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6" name="Freeform 485"/>
            <p:cNvSpPr/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7" name="Oval 486"/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8" name="Oval 498"/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9" name="Oval 499"/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0" name="Freeform 500"/>
            <p:cNvSpPr/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1" name="Freeform 501"/>
            <p:cNvSpPr/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2" name="Freeform 502"/>
            <p:cNvSpPr/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3" name="Freeform 503"/>
            <p:cNvSpPr/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4" name="Freeform 504"/>
            <p:cNvSpPr/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5" name="Freeform 505"/>
            <p:cNvSpPr/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6" name="Freeform 506"/>
            <p:cNvSpPr/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7" name="Oval 518"/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8" name="Freeform 519"/>
            <p:cNvSpPr/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9" name="Freeform 520"/>
            <p:cNvSpPr/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0" name="Freeform 521"/>
            <p:cNvSpPr/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1" name="Freeform 522"/>
            <p:cNvSpPr/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2" name="Freeform 523"/>
            <p:cNvSpPr/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3" name="Freeform 524"/>
            <p:cNvSpPr/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4" name="Freeform 525"/>
            <p:cNvSpPr/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5" name="Freeform 526"/>
            <p:cNvSpPr/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6" name="Freeform 538"/>
            <p:cNvSpPr/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7" name="Freeform 539"/>
            <p:cNvSpPr/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8" name="Oval 540"/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9" name="Oval 541"/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0" name="Freeform 542"/>
            <p:cNvSpPr/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1" name="Freeform 543"/>
            <p:cNvSpPr/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2" name="Freeform 544"/>
            <p:cNvSpPr/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3" name="Freeform 545"/>
            <p:cNvSpPr/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4" name="Freeform 546"/>
            <p:cNvSpPr/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5" name="Freeform 558"/>
            <p:cNvSpPr/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6" name="Freeform 559"/>
            <p:cNvSpPr/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7" name="Oval 560"/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8" name="Oval 561"/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9" name="Freeform 562"/>
            <p:cNvSpPr/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0" name="Freeform 563"/>
            <p:cNvSpPr/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1" name="Freeform 564"/>
            <p:cNvSpPr/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2" name="Freeform 565"/>
            <p:cNvSpPr/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3" name="Freeform 566"/>
            <p:cNvSpPr/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4" name="Freeform 578"/>
            <p:cNvSpPr/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5" name="Freeform 579"/>
            <p:cNvSpPr/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6" name="Freeform 580"/>
            <p:cNvSpPr/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7" name="Freeform 581"/>
            <p:cNvSpPr/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8" name="Freeform 582"/>
            <p:cNvSpPr/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9" name="Oval 583"/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0" name="Freeform 584"/>
            <p:cNvSpPr/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1" name="Freeform 585"/>
            <p:cNvSpPr/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2" name="Freeform 586"/>
            <p:cNvSpPr/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3" name="Freeform 598"/>
            <p:cNvSpPr/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4" name="Freeform 599"/>
            <p:cNvSpPr/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5" name="Freeform 600"/>
            <p:cNvSpPr/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6" name="Freeform 601"/>
            <p:cNvSpPr/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7" name="Freeform 602"/>
            <p:cNvSpPr/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8" name="Oval 603"/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9" name="Oval 604"/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0" name="Freeform 605"/>
            <p:cNvSpPr/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1" name="Freeform 606"/>
            <p:cNvSpPr/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;p16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2" name="Freeform 881"/>
          <p:cNvSpPr/>
          <p:nvPr userDrawn="1"/>
        </p:nvSpPr>
        <p:spPr bwMode="auto">
          <a:xfrm>
            <a:off x="8420420" y="4398962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s-ES"/>
          </a:p>
        </p:txBody>
      </p:sp>
      <p:grpSp>
        <p:nvGrpSpPr>
          <p:cNvPr id="527" name="Grupo 526"/>
          <p:cNvGrpSpPr/>
          <p:nvPr userDrawn="1"/>
        </p:nvGrpSpPr>
        <p:grpSpPr>
          <a:xfrm>
            <a:off x="-426172" y="4245886"/>
            <a:ext cx="1507863" cy="1510278"/>
            <a:chOff x="39184" y="-151930"/>
            <a:chExt cx="1309806" cy="1311904"/>
          </a:xfrm>
        </p:grpSpPr>
        <p:sp>
          <p:nvSpPr>
            <p:cNvPr id="528" name="Oval 357"/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29" name="Freeform 358"/>
            <p:cNvSpPr/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0" name="Freeform 359"/>
            <p:cNvSpPr/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1" name="Freeform 360"/>
            <p:cNvSpPr/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3" name="Freeform 361"/>
            <p:cNvSpPr/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4" name="Freeform 362"/>
            <p:cNvSpPr/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5" name="Freeform 363"/>
            <p:cNvSpPr/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6" name="Freeform 364"/>
            <p:cNvSpPr/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7" name="Freeform 365"/>
            <p:cNvSpPr/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8" name="Freeform 377"/>
            <p:cNvSpPr/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9" name="Freeform 378"/>
            <p:cNvSpPr/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0" name="Oval 379"/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1" name="Oval 380"/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2" name="Freeform 381"/>
            <p:cNvSpPr/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3" name="Freeform 382"/>
            <p:cNvSpPr/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4" name="Freeform 383"/>
            <p:cNvSpPr/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5" name="Freeform 384"/>
            <p:cNvSpPr/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6" name="Freeform 385"/>
            <p:cNvSpPr/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7" name="Freeform 397"/>
            <p:cNvSpPr/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8" name="Freeform 398"/>
            <p:cNvSpPr/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9" name="Oval 399"/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0" name="Oval 400"/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1" name="Freeform 401"/>
            <p:cNvSpPr/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2" name="Freeform 402"/>
            <p:cNvSpPr/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3" name="Freeform 403"/>
            <p:cNvSpPr/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4" name="Freeform 404"/>
            <p:cNvSpPr/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5" name="Freeform 405"/>
            <p:cNvSpPr/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6" name="Freeform 418"/>
            <p:cNvSpPr/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7" name="Freeform 419"/>
            <p:cNvSpPr/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8" name="Freeform 420"/>
            <p:cNvSpPr/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9" name="Freeform 421"/>
            <p:cNvSpPr/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0" name="Freeform 422"/>
            <p:cNvSpPr/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1" name="Oval 423"/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2" name="Freeform 424"/>
            <p:cNvSpPr/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3" name="Freeform 425"/>
            <p:cNvSpPr/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4" name="Freeform 426"/>
            <p:cNvSpPr/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5" name="Freeform 438"/>
            <p:cNvSpPr/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6" name="Freeform 439"/>
            <p:cNvSpPr/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7" name="Freeform 440"/>
            <p:cNvSpPr/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8" name="Freeform 441"/>
            <p:cNvSpPr/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9" name="Freeform 442"/>
            <p:cNvSpPr/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0" name="Oval 443"/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1" name="Oval 444"/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2" name="Freeform 445"/>
            <p:cNvSpPr/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3" name="Freeform 446"/>
            <p:cNvSpPr/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4" name="Freeform 458"/>
            <p:cNvSpPr/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5" name="Freeform 459"/>
            <p:cNvSpPr/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6" name="Freeform 460"/>
            <p:cNvSpPr/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7" name="Freeform 461"/>
            <p:cNvSpPr/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8" name="Freeform 462"/>
            <p:cNvSpPr/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9" name="Freeform 463"/>
            <p:cNvSpPr/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0" name="Freeform 464"/>
            <p:cNvSpPr/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1" name="Freeform 465"/>
            <p:cNvSpPr/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2" name="Freeform 466"/>
            <p:cNvSpPr/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3" name="Freeform 478"/>
            <p:cNvSpPr/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4" name="Freeform 479"/>
            <p:cNvSpPr/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5" name="Freeform 480"/>
            <p:cNvSpPr/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6" name="Freeform 481"/>
            <p:cNvSpPr/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7" name="Freeform 482"/>
            <p:cNvSpPr/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8" name="Freeform 483"/>
            <p:cNvSpPr/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9" name="Freeform 484"/>
            <p:cNvSpPr/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0" name="Freeform 485"/>
            <p:cNvSpPr/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1" name="Oval 486"/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2" name="Oval 498"/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3" name="Oval 499"/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4" name="Freeform 500"/>
            <p:cNvSpPr/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5" name="Freeform 501"/>
            <p:cNvSpPr/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6" name="Freeform 502"/>
            <p:cNvSpPr/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7" name="Freeform 503"/>
            <p:cNvSpPr/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8" name="Freeform 504"/>
            <p:cNvSpPr/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9" name="Freeform 505"/>
            <p:cNvSpPr/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0" name="Freeform 506"/>
            <p:cNvSpPr/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1" name="Oval 518"/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2" name="Freeform 519"/>
            <p:cNvSpPr/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3" name="Freeform 520"/>
            <p:cNvSpPr/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4" name="Freeform 521"/>
            <p:cNvSpPr/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5" name="Freeform 522"/>
            <p:cNvSpPr/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6" name="Freeform 523"/>
            <p:cNvSpPr/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7" name="Freeform 524"/>
            <p:cNvSpPr/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8" name="Freeform 525"/>
            <p:cNvSpPr/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9" name="Freeform 526"/>
            <p:cNvSpPr/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0" name="Freeform 538"/>
            <p:cNvSpPr/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1" name="Freeform 539"/>
            <p:cNvSpPr/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2" name="Oval 540"/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3" name="Oval 541"/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4" name="Freeform 542"/>
            <p:cNvSpPr/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5" name="Freeform 543"/>
            <p:cNvSpPr/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6" name="Freeform 544"/>
            <p:cNvSpPr/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7" name="Freeform 545"/>
            <p:cNvSpPr/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8" name="Freeform 546"/>
            <p:cNvSpPr/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9" name="Freeform 558"/>
            <p:cNvSpPr/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0" name="Freeform 559"/>
            <p:cNvSpPr/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1" name="Oval 560"/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2" name="Oval 561"/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3" name="Freeform 562"/>
            <p:cNvSpPr/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4" name="Freeform 563"/>
            <p:cNvSpPr/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5" name="Freeform 564"/>
            <p:cNvSpPr/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6" name="Freeform 565"/>
            <p:cNvSpPr/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7" name="Freeform 566"/>
            <p:cNvSpPr/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8" name="Freeform 578"/>
            <p:cNvSpPr/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9" name="Freeform 579"/>
            <p:cNvSpPr/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0" name="Freeform 580"/>
            <p:cNvSpPr/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1" name="Freeform 581"/>
            <p:cNvSpPr/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2" name="Freeform 582"/>
            <p:cNvSpPr/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3" name="Oval 583"/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4" name="Freeform 584"/>
            <p:cNvSpPr/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5" name="Freeform 585"/>
            <p:cNvSpPr/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6" name="Freeform 586"/>
            <p:cNvSpPr/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7" name="Freeform 598"/>
            <p:cNvSpPr/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8" name="Freeform 599"/>
            <p:cNvSpPr/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9" name="Freeform 600"/>
            <p:cNvSpPr/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0" name="Freeform 601"/>
            <p:cNvSpPr/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1" name="Freeform 602"/>
            <p:cNvSpPr/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2" name="Oval 603"/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3" name="Oval 604"/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4" name="Freeform 605"/>
            <p:cNvSpPr/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5" name="Freeform 606"/>
            <p:cNvSpPr/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  <p:grpSp>
        <p:nvGrpSpPr>
          <p:cNvPr id="646" name="Grupo 645"/>
          <p:cNvGrpSpPr/>
          <p:nvPr userDrawn="1"/>
        </p:nvGrpSpPr>
        <p:grpSpPr>
          <a:xfrm flipH="1">
            <a:off x="8329145" y="-639688"/>
            <a:ext cx="1507863" cy="1510278"/>
            <a:chOff x="39184" y="-151930"/>
            <a:chExt cx="1309806" cy="1311904"/>
          </a:xfrm>
          <a:solidFill>
            <a:schemeClr val="accent1"/>
          </a:solidFill>
        </p:grpSpPr>
        <p:sp>
          <p:nvSpPr>
            <p:cNvPr id="647" name="Oval 357"/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8" name="Freeform 358"/>
            <p:cNvSpPr/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9" name="Freeform 359"/>
            <p:cNvSpPr/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0" name="Freeform 360"/>
            <p:cNvSpPr/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1" name="Freeform 361"/>
            <p:cNvSpPr/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2" name="Freeform 362"/>
            <p:cNvSpPr/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3" name="Freeform 363"/>
            <p:cNvSpPr/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4" name="Freeform 364"/>
            <p:cNvSpPr/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5" name="Freeform 365"/>
            <p:cNvSpPr/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6" name="Freeform 377"/>
            <p:cNvSpPr/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7" name="Freeform 378"/>
            <p:cNvSpPr/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8" name="Oval 379"/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9" name="Oval 380"/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0" name="Freeform 381"/>
            <p:cNvSpPr/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1" name="Freeform 382"/>
            <p:cNvSpPr/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2" name="Freeform 383"/>
            <p:cNvSpPr/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3" name="Freeform 384"/>
            <p:cNvSpPr/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4" name="Freeform 385"/>
            <p:cNvSpPr/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5" name="Freeform 397"/>
            <p:cNvSpPr/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6" name="Freeform 398"/>
            <p:cNvSpPr/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7" name="Oval 399"/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8" name="Oval 400"/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9" name="Freeform 401"/>
            <p:cNvSpPr/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0" name="Freeform 402"/>
            <p:cNvSpPr/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1" name="Freeform 403"/>
            <p:cNvSpPr/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2" name="Freeform 404"/>
            <p:cNvSpPr/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3" name="Freeform 405"/>
            <p:cNvSpPr/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4" name="Freeform 418"/>
            <p:cNvSpPr/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5" name="Freeform 419"/>
            <p:cNvSpPr/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6" name="Freeform 420"/>
            <p:cNvSpPr/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7" name="Freeform 421"/>
            <p:cNvSpPr/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8" name="Freeform 422"/>
            <p:cNvSpPr/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9" name="Oval 423"/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0" name="Freeform 424"/>
            <p:cNvSpPr/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1" name="Freeform 425"/>
            <p:cNvSpPr/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2" name="Freeform 426"/>
            <p:cNvSpPr/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3" name="Freeform 438"/>
            <p:cNvSpPr/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4" name="Freeform 439"/>
            <p:cNvSpPr/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5" name="Freeform 440"/>
            <p:cNvSpPr/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6" name="Freeform 441"/>
            <p:cNvSpPr/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7" name="Freeform 442"/>
            <p:cNvSpPr/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8" name="Oval 443"/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9" name="Oval 444"/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0" name="Freeform 445"/>
            <p:cNvSpPr/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1" name="Freeform 446"/>
            <p:cNvSpPr/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2" name="Freeform 458"/>
            <p:cNvSpPr/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3" name="Freeform 459"/>
            <p:cNvSpPr/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4" name="Freeform 460"/>
            <p:cNvSpPr/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5" name="Freeform 461"/>
            <p:cNvSpPr/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6" name="Freeform 462"/>
            <p:cNvSpPr/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7" name="Freeform 463"/>
            <p:cNvSpPr/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8" name="Freeform 464"/>
            <p:cNvSpPr/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9" name="Freeform 465"/>
            <p:cNvSpPr/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0" name="Freeform 466"/>
            <p:cNvSpPr/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1" name="Freeform 478"/>
            <p:cNvSpPr/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2" name="Freeform 479"/>
            <p:cNvSpPr/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3" name="Freeform 480"/>
            <p:cNvSpPr/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4" name="Freeform 481"/>
            <p:cNvSpPr/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5" name="Freeform 482"/>
            <p:cNvSpPr/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6" name="Freeform 483"/>
            <p:cNvSpPr/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7" name="Freeform 484"/>
            <p:cNvSpPr/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8" name="Freeform 485"/>
            <p:cNvSpPr/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9" name="Oval 486"/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0" name="Oval 498"/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1" name="Oval 499"/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2" name="Freeform 500"/>
            <p:cNvSpPr/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3" name="Freeform 501"/>
            <p:cNvSpPr/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4" name="Freeform 502"/>
            <p:cNvSpPr/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5" name="Freeform 503"/>
            <p:cNvSpPr/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6" name="Freeform 504"/>
            <p:cNvSpPr/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7" name="Freeform 505"/>
            <p:cNvSpPr/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8" name="Freeform 506"/>
            <p:cNvSpPr/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9" name="Oval 518"/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0" name="Freeform 519"/>
            <p:cNvSpPr/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1" name="Freeform 520"/>
            <p:cNvSpPr/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2" name="Freeform 521"/>
            <p:cNvSpPr/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3" name="Freeform 522"/>
            <p:cNvSpPr/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4" name="Freeform 523"/>
            <p:cNvSpPr/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5" name="Freeform 524"/>
            <p:cNvSpPr/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6" name="Freeform 525"/>
            <p:cNvSpPr/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7" name="Freeform 526"/>
            <p:cNvSpPr/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8" name="Freeform 538"/>
            <p:cNvSpPr/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9" name="Freeform 539"/>
            <p:cNvSpPr/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0" name="Oval 540"/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1" name="Oval 541"/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2" name="Freeform 542"/>
            <p:cNvSpPr/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3" name="Freeform 543"/>
            <p:cNvSpPr/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4" name="Freeform 544"/>
            <p:cNvSpPr/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5" name="Freeform 545"/>
            <p:cNvSpPr/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6" name="Freeform 546"/>
            <p:cNvSpPr/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7" name="Freeform 558"/>
            <p:cNvSpPr/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8" name="Freeform 559"/>
            <p:cNvSpPr/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9" name="Oval 560"/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0" name="Oval 561"/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1" name="Freeform 562"/>
            <p:cNvSpPr/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2" name="Freeform 563"/>
            <p:cNvSpPr/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3" name="Freeform 564"/>
            <p:cNvSpPr/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4" name="Freeform 565"/>
            <p:cNvSpPr/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5" name="Freeform 566"/>
            <p:cNvSpPr/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6" name="Freeform 578"/>
            <p:cNvSpPr/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7" name="Freeform 579"/>
            <p:cNvSpPr/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8" name="Freeform 580"/>
            <p:cNvSpPr/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9" name="Freeform 581"/>
            <p:cNvSpPr/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0" name="Freeform 582"/>
            <p:cNvSpPr/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1" name="Oval 583"/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2" name="Freeform 584"/>
            <p:cNvSpPr/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3" name="Freeform 585"/>
            <p:cNvSpPr/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4" name="Freeform 586"/>
            <p:cNvSpPr/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5" name="Freeform 598"/>
            <p:cNvSpPr/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6" name="Freeform 599"/>
            <p:cNvSpPr/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7" name="Freeform 600"/>
            <p:cNvSpPr/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8" name="Freeform 601"/>
            <p:cNvSpPr/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9" name="Freeform 602"/>
            <p:cNvSpPr/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0" name="Oval 603"/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1" name="Oval 604"/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2" name="Freeform 605"/>
            <p:cNvSpPr/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3" name="Freeform 606"/>
            <p:cNvSpPr/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only">
  <p:cSld name="Title only 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;p16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2" name="Freeform 881"/>
          <p:cNvSpPr/>
          <p:nvPr userDrawn="1"/>
        </p:nvSpPr>
        <p:spPr bwMode="auto">
          <a:xfrm>
            <a:off x="8420420" y="4398962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s-ES" dirty="0"/>
          </a:p>
        </p:txBody>
      </p:sp>
      <p:grpSp>
        <p:nvGrpSpPr>
          <p:cNvPr id="527" name="Grupo 526"/>
          <p:cNvGrpSpPr/>
          <p:nvPr userDrawn="1"/>
        </p:nvGrpSpPr>
        <p:grpSpPr>
          <a:xfrm>
            <a:off x="-481750" y="4102338"/>
            <a:ext cx="1507863" cy="1510278"/>
            <a:chOff x="39184" y="-151930"/>
            <a:chExt cx="1309806" cy="1311904"/>
          </a:xfrm>
          <a:solidFill>
            <a:schemeClr val="bg2"/>
          </a:solidFill>
        </p:grpSpPr>
        <p:sp>
          <p:nvSpPr>
            <p:cNvPr id="528" name="Oval 357"/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29" name="Freeform 358"/>
            <p:cNvSpPr/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0" name="Freeform 359"/>
            <p:cNvSpPr/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1" name="Freeform 360"/>
            <p:cNvSpPr/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3" name="Freeform 361"/>
            <p:cNvSpPr/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4" name="Freeform 362"/>
            <p:cNvSpPr/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5" name="Freeform 363"/>
            <p:cNvSpPr/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6" name="Freeform 364"/>
            <p:cNvSpPr/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7" name="Freeform 365"/>
            <p:cNvSpPr/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8" name="Freeform 377"/>
            <p:cNvSpPr/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9" name="Freeform 378"/>
            <p:cNvSpPr/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0" name="Oval 379"/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1" name="Oval 380"/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2" name="Freeform 381"/>
            <p:cNvSpPr/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3" name="Freeform 382"/>
            <p:cNvSpPr/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4" name="Freeform 383"/>
            <p:cNvSpPr/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5" name="Freeform 384"/>
            <p:cNvSpPr/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6" name="Freeform 385"/>
            <p:cNvSpPr/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7" name="Freeform 397"/>
            <p:cNvSpPr/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8" name="Freeform 398"/>
            <p:cNvSpPr/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9" name="Oval 399"/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0" name="Oval 400"/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1" name="Freeform 401"/>
            <p:cNvSpPr/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2" name="Freeform 402"/>
            <p:cNvSpPr/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3" name="Freeform 403"/>
            <p:cNvSpPr/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4" name="Freeform 404"/>
            <p:cNvSpPr/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5" name="Freeform 405"/>
            <p:cNvSpPr/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6" name="Freeform 418"/>
            <p:cNvSpPr/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7" name="Freeform 419"/>
            <p:cNvSpPr/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8" name="Freeform 420"/>
            <p:cNvSpPr/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9" name="Freeform 421"/>
            <p:cNvSpPr/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0" name="Freeform 422"/>
            <p:cNvSpPr/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1" name="Oval 423"/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2" name="Freeform 424"/>
            <p:cNvSpPr/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3" name="Freeform 425"/>
            <p:cNvSpPr/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4" name="Freeform 426"/>
            <p:cNvSpPr/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5" name="Freeform 438"/>
            <p:cNvSpPr/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6" name="Freeform 439"/>
            <p:cNvSpPr/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7" name="Freeform 440"/>
            <p:cNvSpPr/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8" name="Freeform 441"/>
            <p:cNvSpPr/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9" name="Freeform 442"/>
            <p:cNvSpPr/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0" name="Oval 443"/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1" name="Oval 444"/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2" name="Freeform 445"/>
            <p:cNvSpPr/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3" name="Freeform 446"/>
            <p:cNvSpPr/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4" name="Freeform 458"/>
            <p:cNvSpPr/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5" name="Freeform 459"/>
            <p:cNvSpPr/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6" name="Freeform 460"/>
            <p:cNvSpPr/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7" name="Freeform 461"/>
            <p:cNvSpPr/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8" name="Freeform 462"/>
            <p:cNvSpPr/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9" name="Freeform 463"/>
            <p:cNvSpPr/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0" name="Freeform 464"/>
            <p:cNvSpPr/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1" name="Freeform 465"/>
            <p:cNvSpPr/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2" name="Freeform 466"/>
            <p:cNvSpPr/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3" name="Freeform 478"/>
            <p:cNvSpPr/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4" name="Freeform 479"/>
            <p:cNvSpPr/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5" name="Freeform 480"/>
            <p:cNvSpPr/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6" name="Freeform 481"/>
            <p:cNvSpPr/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7" name="Freeform 482"/>
            <p:cNvSpPr/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8" name="Freeform 483"/>
            <p:cNvSpPr/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9" name="Freeform 484"/>
            <p:cNvSpPr/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0" name="Freeform 485"/>
            <p:cNvSpPr/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1" name="Oval 486"/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2" name="Oval 498"/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3" name="Oval 499"/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4" name="Freeform 500"/>
            <p:cNvSpPr/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5" name="Freeform 501"/>
            <p:cNvSpPr/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6" name="Freeform 502"/>
            <p:cNvSpPr/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7" name="Freeform 503"/>
            <p:cNvSpPr/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8" name="Freeform 504"/>
            <p:cNvSpPr/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9" name="Freeform 505"/>
            <p:cNvSpPr/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0" name="Freeform 506"/>
            <p:cNvSpPr/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1" name="Oval 518"/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2" name="Freeform 519"/>
            <p:cNvSpPr/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3" name="Freeform 520"/>
            <p:cNvSpPr/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4" name="Freeform 521"/>
            <p:cNvSpPr/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5" name="Freeform 522"/>
            <p:cNvSpPr/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6" name="Freeform 523"/>
            <p:cNvSpPr/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7" name="Freeform 524"/>
            <p:cNvSpPr/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8" name="Freeform 525"/>
            <p:cNvSpPr/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9" name="Freeform 526"/>
            <p:cNvSpPr/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0" name="Freeform 538"/>
            <p:cNvSpPr/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1" name="Freeform 539"/>
            <p:cNvSpPr/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2" name="Oval 540"/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3" name="Oval 541"/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4" name="Freeform 542"/>
            <p:cNvSpPr/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5" name="Freeform 543"/>
            <p:cNvSpPr/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6" name="Freeform 544"/>
            <p:cNvSpPr/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7" name="Freeform 545"/>
            <p:cNvSpPr/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8" name="Freeform 546"/>
            <p:cNvSpPr/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9" name="Freeform 558"/>
            <p:cNvSpPr/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0" name="Freeform 559"/>
            <p:cNvSpPr/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1" name="Oval 560"/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2" name="Oval 561"/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3" name="Freeform 562"/>
            <p:cNvSpPr/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4" name="Freeform 563"/>
            <p:cNvSpPr/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5" name="Freeform 564"/>
            <p:cNvSpPr/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6" name="Freeform 565"/>
            <p:cNvSpPr/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7" name="Freeform 566"/>
            <p:cNvSpPr/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8" name="Freeform 578"/>
            <p:cNvSpPr/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9" name="Freeform 579"/>
            <p:cNvSpPr/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0" name="Freeform 580"/>
            <p:cNvSpPr/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1" name="Freeform 581"/>
            <p:cNvSpPr/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2" name="Freeform 582"/>
            <p:cNvSpPr/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3" name="Oval 583"/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4" name="Freeform 584"/>
            <p:cNvSpPr/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5" name="Freeform 585"/>
            <p:cNvSpPr/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6" name="Freeform 586"/>
            <p:cNvSpPr/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7" name="Freeform 598"/>
            <p:cNvSpPr/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8" name="Freeform 599"/>
            <p:cNvSpPr/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9" name="Freeform 600"/>
            <p:cNvSpPr/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0" name="Freeform 601"/>
            <p:cNvSpPr/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1" name="Freeform 602"/>
            <p:cNvSpPr/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2" name="Oval 603"/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3" name="Oval 604"/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4" name="Freeform 605"/>
            <p:cNvSpPr/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5" name="Freeform 606"/>
            <p:cNvSpPr/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  <p:grpSp>
        <p:nvGrpSpPr>
          <p:cNvPr id="646" name="Grupo 645"/>
          <p:cNvGrpSpPr/>
          <p:nvPr userDrawn="1"/>
        </p:nvGrpSpPr>
        <p:grpSpPr>
          <a:xfrm flipH="1">
            <a:off x="8632886" y="-120502"/>
            <a:ext cx="1507863" cy="1510278"/>
            <a:chOff x="39184" y="-151930"/>
            <a:chExt cx="1309806" cy="1311904"/>
          </a:xfrm>
          <a:solidFill>
            <a:schemeClr val="tx2"/>
          </a:solidFill>
        </p:grpSpPr>
        <p:sp>
          <p:nvSpPr>
            <p:cNvPr id="647" name="Oval 357"/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8" name="Freeform 358"/>
            <p:cNvSpPr/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9" name="Freeform 359"/>
            <p:cNvSpPr/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0" name="Freeform 360"/>
            <p:cNvSpPr/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1" name="Freeform 361"/>
            <p:cNvSpPr/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2" name="Freeform 362"/>
            <p:cNvSpPr/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3" name="Freeform 363"/>
            <p:cNvSpPr/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4" name="Freeform 364"/>
            <p:cNvSpPr/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5" name="Freeform 365"/>
            <p:cNvSpPr/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6" name="Freeform 377"/>
            <p:cNvSpPr/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7" name="Freeform 378"/>
            <p:cNvSpPr/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8" name="Oval 379"/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9" name="Oval 380"/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0" name="Freeform 381"/>
            <p:cNvSpPr/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1" name="Freeform 382"/>
            <p:cNvSpPr/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2" name="Freeform 383"/>
            <p:cNvSpPr/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3" name="Freeform 384"/>
            <p:cNvSpPr/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4" name="Freeform 385"/>
            <p:cNvSpPr/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5" name="Freeform 397"/>
            <p:cNvSpPr/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6" name="Freeform 398"/>
            <p:cNvSpPr/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7" name="Oval 399"/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8" name="Oval 400"/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9" name="Freeform 401"/>
            <p:cNvSpPr/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0" name="Freeform 402"/>
            <p:cNvSpPr/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1" name="Freeform 403"/>
            <p:cNvSpPr/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2" name="Freeform 404"/>
            <p:cNvSpPr/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3" name="Freeform 405"/>
            <p:cNvSpPr/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4" name="Freeform 418"/>
            <p:cNvSpPr/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5" name="Freeform 419"/>
            <p:cNvSpPr/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6" name="Freeform 420"/>
            <p:cNvSpPr/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7" name="Freeform 421"/>
            <p:cNvSpPr/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8" name="Freeform 422"/>
            <p:cNvSpPr/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9" name="Oval 423"/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0" name="Freeform 424"/>
            <p:cNvSpPr/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1" name="Freeform 425"/>
            <p:cNvSpPr/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2" name="Freeform 426"/>
            <p:cNvSpPr/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3" name="Freeform 438"/>
            <p:cNvSpPr/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4" name="Freeform 439"/>
            <p:cNvSpPr/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5" name="Freeform 440"/>
            <p:cNvSpPr/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6" name="Freeform 441"/>
            <p:cNvSpPr/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7" name="Freeform 442"/>
            <p:cNvSpPr/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8" name="Oval 443"/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89" name="Oval 444"/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0" name="Freeform 445"/>
            <p:cNvSpPr/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1" name="Freeform 446"/>
            <p:cNvSpPr/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2" name="Freeform 458"/>
            <p:cNvSpPr/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3" name="Freeform 459"/>
            <p:cNvSpPr/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4" name="Freeform 460"/>
            <p:cNvSpPr/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5" name="Freeform 461"/>
            <p:cNvSpPr/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6" name="Freeform 462"/>
            <p:cNvSpPr/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7" name="Freeform 463"/>
            <p:cNvSpPr/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8" name="Freeform 464"/>
            <p:cNvSpPr/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9" name="Freeform 465"/>
            <p:cNvSpPr/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0" name="Freeform 466"/>
            <p:cNvSpPr/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1" name="Freeform 478"/>
            <p:cNvSpPr/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2" name="Freeform 479"/>
            <p:cNvSpPr/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3" name="Freeform 480"/>
            <p:cNvSpPr/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4" name="Freeform 481"/>
            <p:cNvSpPr/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5" name="Freeform 482"/>
            <p:cNvSpPr/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6" name="Freeform 483"/>
            <p:cNvSpPr/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7" name="Freeform 484"/>
            <p:cNvSpPr/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8" name="Freeform 485"/>
            <p:cNvSpPr/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9" name="Oval 486"/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0" name="Oval 498"/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1" name="Oval 499"/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2" name="Freeform 500"/>
            <p:cNvSpPr/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3" name="Freeform 501"/>
            <p:cNvSpPr/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4" name="Freeform 502"/>
            <p:cNvSpPr/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5" name="Freeform 503"/>
            <p:cNvSpPr/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6" name="Freeform 504"/>
            <p:cNvSpPr/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7" name="Freeform 505"/>
            <p:cNvSpPr/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8" name="Freeform 506"/>
            <p:cNvSpPr/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19" name="Oval 518"/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0" name="Freeform 519"/>
            <p:cNvSpPr/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1" name="Freeform 520"/>
            <p:cNvSpPr/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2" name="Freeform 521"/>
            <p:cNvSpPr/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3" name="Freeform 522"/>
            <p:cNvSpPr/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4" name="Freeform 523"/>
            <p:cNvSpPr/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5" name="Freeform 524"/>
            <p:cNvSpPr/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6" name="Freeform 525"/>
            <p:cNvSpPr/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7" name="Freeform 526"/>
            <p:cNvSpPr/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8" name="Freeform 538"/>
            <p:cNvSpPr/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29" name="Freeform 539"/>
            <p:cNvSpPr/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0" name="Oval 540"/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1" name="Oval 541"/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2" name="Freeform 542"/>
            <p:cNvSpPr/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3" name="Freeform 543"/>
            <p:cNvSpPr/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4" name="Freeform 544"/>
            <p:cNvSpPr/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5" name="Freeform 545"/>
            <p:cNvSpPr/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6" name="Freeform 546"/>
            <p:cNvSpPr/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7" name="Freeform 558"/>
            <p:cNvSpPr/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8" name="Freeform 559"/>
            <p:cNvSpPr/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39" name="Oval 560"/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0" name="Oval 561"/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1" name="Freeform 562"/>
            <p:cNvSpPr/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2" name="Freeform 563"/>
            <p:cNvSpPr/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3" name="Freeform 564"/>
            <p:cNvSpPr/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4" name="Freeform 565"/>
            <p:cNvSpPr/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5" name="Freeform 566"/>
            <p:cNvSpPr/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6" name="Freeform 578"/>
            <p:cNvSpPr/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7" name="Freeform 579"/>
            <p:cNvSpPr/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8" name="Freeform 580"/>
            <p:cNvSpPr/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49" name="Freeform 581"/>
            <p:cNvSpPr/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0" name="Freeform 582"/>
            <p:cNvSpPr/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1" name="Oval 583"/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2" name="Freeform 584"/>
            <p:cNvSpPr/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3" name="Freeform 585"/>
            <p:cNvSpPr/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4" name="Freeform 586"/>
            <p:cNvSpPr/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5" name="Freeform 598"/>
            <p:cNvSpPr/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6" name="Freeform 599"/>
            <p:cNvSpPr/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7" name="Freeform 600"/>
            <p:cNvSpPr/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8" name="Freeform 601"/>
            <p:cNvSpPr/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59" name="Freeform 602"/>
            <p:cNvSpPr/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0" name="Oval 603"/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1" name="Oval 604"/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2" name="Freeform 605"/>
            <p:cNvSpPr/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63" name="Freeform 606"/>
            <p:cNvSpPr/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723900" y="1243260"/>
            <a:ext cx="7696200" cy="265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" name="Group 1"/>
          <p:cNvGrpSpPr/>
          <p:nvPr userDrawn="1"/>
        </p:nvGrpSpPr>
        <p:grpSpPr>
          <a:xfrm>
            <a:off x="7627495" y="3454776"/>
            <a:ext cx="2105344" cy="2105344"/>
            <a:chOff x="478444" y="466725"/>
            <a:chExt cx="1592263" cy="1592263"/>
          </a:xfrm>
          <a:solidFill>
            <a:schemeClr val="accent1"/>
          </a:solidFill>
        </p:grpSpPr>
        <p:grpSp>
          <p:nvGrpSpPr>
            <p:cNvPr id="3" name="Group 205"/>
            <p:cNvGrpSpPr/>
            <p:nvPr/>
          </p:nvGrpSpPr>
          <p:grpSpPr bwMode="auto">
            <a:xfrm>
              <a:off x="610206" y="466725"/>
              <a:ext cx="1460501" cy="1460500"/>
              <a:chOff x="1166" y="294"/>
              <a:chExt cx="920" cy="920"/>
            </a:xfrm>
            <a:grpFill/>
          </p:grpSpPr>
          <p:sp>
            <p:nvSpPr>
              <p:cNvPr id="64" name="Freeform 5"/>
              <p:cNvSpPr/>
              <p:nvPr/>
            </p:nvSpPr>
            <p:spPr bwMode="auto">
              <a:xfrm>
                <a:off x="1416" y="2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65" name="Freeform 6"/>
              <p:cNvSpPr/>
              <p:nvPr/>
            </p:nvSpPr>
            <p:spPr bwMode="auto">
              <a:xfrm>
                <a:off x="1450" y="32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67" name="Freeform 7"/>
              <p:cNvSpPr/>
              <p:nvPr/>
            </p:nvSpPr>
            <p:spPr bwMode="auto">
              <a:xfrm>
                <a:off x="1484" y="36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68" name="Freeform 8"/>
              <p:cNvSpPr/>
              <p:nvPr/>
            </p:nvSpPr>
            <p:spPr bwMode="auto">
              <a:xfrm>
                <a:off x="1518" y="3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69" name="Freeform 9"/>
              <p:cNvSpPr/>
              <p:nvPr/>
            </p:nvSpPr>
            <p:spPr bwMode="auto">
              <a:xfrm>
                <a:off x="1552" y="43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0" name="Freeform 10"/>
              <p:cNvSpPr/>
              <p:nvPr/>
            </p:nvSpPr>
            <p:spPr bwMode="auto">
              <a:xfrm>
                <a:off x="1586" y="46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1" name="Freeform 11"/>
              <p:cNvSpPr/>
              <p:nvPr/>
            </p:nvSpPr>
            <p:spPr bwMode="auto">
              <a:xfrm>
                <a:off x="1620" y="4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2" name="Freeform 12"/>
              <p:cNvSpPr/>
              <p:nvPr/>
            </p:nvSpPr>
            <p:spPr bwMode="auto">
              <a:xfrm>
                <a:off x="1655" y="53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3" name="Freeform 13"/>
              <p:cNvSpPr/>
              <p:nvPr/>
            </p:nvSpPr>
            <p:spPr bwMode="auto">
              <a:xfrm>
                <a:off x="1689" y="566"/>
                <a:ext cx="22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4" name="Freeform 14"/>
              <p:cNvSpPr/>
              <p:nvPr/>
            </p:nvSpPr>
            <p:spPr bwMode="auto">
              <a:xfrm>
                <a:off x="1723" y="6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5" name="Freeform 15"/>
              <p:cNvSpPr/>
              <p:nvPr/>
            </p:nvSpPr>
            <p:spPr bwMode="auto">
              <a:xfrm>
                <a:off x="1757" y="63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6" name="Freeform 16"/>
              <p:cNvSpPr/>
              <p:nvPr/>
            </p:nvSpPr>
            <p:spPr bwMode="auto">
              <a:xfrm>
                <a:off x="1791" y="66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7" name="Freeform 17"/>
              <p:cNvSpPr/>
              <p:nvPr/>
            </p:nvSpPr>
            <p:spPr bwMode="auto">
              <a:xfrm>
                <a:off x="1825" y="70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8" name="Freeform 18"/>
              <p:cNvSpPr/>
              <p:nvPr/>
            </p:nvSpPr>
            <p:spPr bwMode="auto">
              <a:xfrm>
                <a:off x="1859" y="73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9" name="Freeform 19"/>
              <p:cNvSpPr/>
              <p:nvPr/>
            </p:nvSpPr>
            <p:spPr bwMode="auto">
              <a:xfrm>
                <a:off x="1893" y="77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0" name="Freeform 20"/>
              <p:cNvSpPr/>
              <p:nvPr/>
            </p:nvSpPr>
            <p:spPr bwMode="auto">
              <a:xfrm>
                <a:off x="1927" y="80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1" name="Freeform 21"/>
              <p:cNvSpPr/>
              <p:nvPr/>
            </p:nvSpPr>
            <p:spPr bwMode="auto">
              <a:xfrm>
                <a:off x="1961" y="839"/>
                <a:ext cx="23" cy="22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2" name="Freeform 22"/>
              <p:cNvSpPr/>
              <p:nvPr/>
            </p:nvSpPr>
            <p:spPr bwMode="auto">
              <a:xfrm>
                <a:off x="1995" y="87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3" name="Freeform 23"/>
              <p:cNvSpPr/>
              <p:nvPr/>
            </p:nvSpPr>
            <p:spPr bwMode="auto">
              <a:xfrm>
                <a:off x="2029" y="9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4" name="Freeform 24"/>
              <p:cNvSpPr/>
              <p:nvPr/>
            </p:nvSpPr>
            <p:spPr bwMode="auto">
              <a:xfrm>
                <a:off x="2063" y="9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5" name="Freeform 25"/>
              <p:cNvSpPr/>
              <p:nvPr/>
            </p:nvSpPr>
            <p:spPr bwMode="auto">
              <a:xfrm>
                <a:off x="1388" y="32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6" name="Oval 26"/>
              <p:cNvSpPr>
                <a:spLocks noChangeArrowheads="1"/>
              </p:cNvSpPr>
              <p:nvPr/>
            </p:nvSpPr>
            <p:spPr bwMode="auto">
              <a:xfrm>
                <a:off x="1423" y="35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7" name="Oval 27"/>
              <p:cNvSpPr>
                <a:spLocks noChangeArrowheads="1"/>
              </p:cNvSpPr>
              <p:nvPr/>
            </p:nvSpPr>
            <p:spPr bwMode="auto">
              <a:xfrm>
                <a:off x="1458" y="391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8" name="Freeform 28"/>
              <p:cNvSpPr/>
              <p:nvPr/>
            </p:nvSpPr>
            <p:spPr bwMode="auto">
              <a:xfrm>
                <a:off x="1491" y="424"/>
                <a:ext cx="22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9" name="Freeform 29"/>
              <p:cNvSpPr/>
              <p:nvPr/>
            </p:nvSpPr>
            <p:spPr bwMode="auto">
              <a:xfrm>
                <a:off x="1525" y="45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0" name="Freeform 30"/>
              <p:cNvSpPr/>
              <p:nvPr/>
            </p:nvSpPr>
            <p:spPr bwMode="auto">
              <a:xfrm>
                <a:off x="1559" y="4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1" name="Freeform 31"/>
              <p:cNvSpPr/>
              <p:nvPr/>
            </p:nvSpPr>
            <p:spPr bwMode="auto">
              <a:xfrm>
                <a:off x="1593" y="526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2" name="Freeform 32"/>
              <p:cNvSpPr/>
              <p:nvPr/>
            </p:nvSpPr>
            <p:spPr bwMode="auto">
              <a:xfrm>
                <a:off x="1627" y="56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3" name="Freeform 33"/>
              <p:cNvSpPr/>
              <p:nvPr/>
            </p:nvSpPr>
            <p:spPr bwMode="auto">
              <a:xfrm>
                <a:off x="1661" y="5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4" name="Freeform 34"/>
              <p:cNvSpPr/>
              <p:nvPr/>
            </p:nvSpPr>
            <p:spPr bwMode="auto">
              <a:xfrm>
                <a:off x="1695" y="628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5" name="Freeform 35"/>
              <p:cNvSpPr/>
              <p:nvPr/>
            </p:nvSpPr>
            <p:spPr bwMode="auto">
              <a:xfrm>
                <a:off x="1729" y="66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6" name="Freeform 36"/>
              <p:cNvSpPr/>
              <p:nvPr/>
            </p:nvSpPr>
            <p:spPr bwMode="auto">
              <a:xfrm>
                <a:off x="1763" y="6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7" name="Freeform 37"/>
              <p:cNvSpPr/>
              <p:nvPr/>
            </p:nvSpPr>
            <p:spPr bwMode="auto">
              <a:xfrm>
                <a:off x="1797" y="730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8" name="Freeform 38"/>
              <p:cNvSpPr/>
              <p:nvPr/>
            </p:nvSpPr>
            <p:spPr bwMode="auto">
              <a:xfrm>
                <a:off x="1831" y="76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9" name="Freeform 39"/>
              <p:cNvSpPr/>
              <p:nvPr/>
            </p:nvSpPr>
            <p:spPr bwMode="auto">
              <a:xfrm>
                <a:off x="1865" y="7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0" name="Freeform 40"/>
              <p:cNvSpPr/>
              <p:nvPr/>
            </p:nvSpPr>
            <p:spPr bwMode="auto">
              <a:xfrm>
                <a:off x="1899" y="83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1" name="Freeform 41"/>
              <p:cNvSpPr/>
              <p:nvPr/>
            </p:nvSpPr>
            <p:spPr bwMode="auto">
              <a:xfrm>
                <a:off x="1933" y="86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2" name="Freeform 42"/>
              <p:cNvSpPr/>
              <p:nvPr/>
            </p:nvSpPr>
            <p:spPr bwMode="auto">
              <a:xfrm>
                <a:off x="1967" y="9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3" name="Freeform 43"/>
              <p:cNvSpPr/>
              <p:nvPr/>
            </p:nvSpPr>
            <p:spPr bwMode="auto">
              <a:xfrm>
                <a:off x="2001" y="934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4" name="Freeform 44"/>
              <p:cNvSpPr/>
              <p:nvPr/>
            </p:nvSpPr>
            <p:spPr bwMode="auto">
              <a:xfrm>
                <a:off x="2035" y="96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5" name="Freeform 45"/>
              <p:cNvSpPr/>
              <p:nvPr/>
            </p:nvSpPr>
            <p:spPr bwMode="auto">
              <a:xfrm>
                <a:off x="1361" y="349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6" name="Freeform 46"/>
              <p:cNvSpPr/>
              <p:nvPr/>
            </p:nvSpPr>
            <p:spPr bwMode="auto">
              <a:xfrm>
                <a:off x="1395" y="38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7" name="Oval 47"/>
              <p:cNvSpPr>
                <a:spLocks noChangeArrowheads="1"/>
              </p:cNvSpPr>
              <p:nvPr/>
            </p:nvSpPr>
            <p:spPr bwMode="auto">
              <a:xfrm>
                <a:off x="1430" y="41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8" name="Freeform 48"/>
              <p:cNvSpPr/>
              <p:nvPr/>
            </p:nvSpPr>
            <p:spPr bwMode="auto">
              <a:xfrm>
                <a:off x="1463" y="451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9" name="Freeform 49"/>
              <p:cNvSpPr/>
              <p:nvPr/>
            </p:nvSpPr>
            <p:spPr bwMode="auto">
              <a:xfrm>
                <a:off x="1497" y="486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0" name="Freeform 50"/>
              <p:cNvSpPr/>
              <p:nvPr/>
            </p:nvSpPr>
            <p:spPr bwMode="auto">
              <a:xfrm>
                <a:off x="1531" y="5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1" name="Oval 51"/>
              <p:cNvSpPr>
                <a:spLocks noChangeArrowheads="1"/>
              </p:cNvSpPr>
              <p:nvPr/>
            </p:nvSpPr>
            <p:spPr bwMode="auto">
              <a:xfrm>
                <a:off x="1566" y="55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2" name="Freeform 52"/>
              <p:cNvSpPr/>
              <p:nvPr/>
            </p:nvSpPr>
            <p:spPr bwMode="auto">
              <a:xfrm>
                <a:off x="1599" y="5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3" name="Freeform 53"/>
              <p:cNvSpPr/>
              <p:nvPr/>
            </p:nvSpPr>
            <p:spPr bwMode="auto">
              <a:xfrm>
                <a:off x="1633" y="6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4" name="Freeform 54"/>
              <p:cNvSpPr/>
              <p:nvPr/>
            </p:nvSpPr>
            <p:spPr bwMode="auto">
              <a:xfrm>
                <a:off x="1667" y="656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5" name="Freeform 55"/>
              <p:cNvSpPr/>
              <p:nvPr/>
            </p:nvSpPr>
            <p:spPr bwMode="auto">
              <a:xfrm>
                <a:off x="1701" y="6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6" name="Freeform 56"/>
              <p:cNvSpPr/>
              <p:nvPr/>
            </p:nvSpPr>
            <p:spPr bwMode="auto">
              <a:xfrm>
                <a:off x="1735" y="72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7" name="Freeform 57"/>
              <p:cNvSpPr/>
              <p:nvPr/>
            </p:nvSpPr>
            <p:spPr bwMode="auto">
              <a:xfrm>
                <a:off x="1769" y="758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8" name="Freeform 58"/>
              <p:cNvSpPr/>
              <p:nvPr/>
            </p:nvSpPr>
            <p:spPr bwMode="auto">
              <a:xfrm>
                <a:off x="1803" y="7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9" name="Freeform 59"/>
              <p:cNvSpPr/>
              <p:nvPr/>
            </p:nvSpPr>
            <p:spPr bwMode="auto">
              <a:xfrm>
                <a:off x="1837" y="82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0" name="Freeform 60"/>
              <p:cNvSpPr/>
              <p:nvPr/>
            </p:nvSpPr>
            <p:spPr bwMode="auto">
              <a:xfrm>
                <a:off x="1871" y="860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1" name="Freeform 61"/>
              <p:cNvSpPr/>
              <p:nvPr/>
            </p:nvSpPr>
            <p:spPr bwMode="auto">
              <a:xfrm>
                <a:off x="1905" y="8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2" name="Freeform 62"/>
              <p:cNvSpPr/>
              <p:nvPr/>
            </p:nvSpPr>
            <p:spPr bwMode="auto">
              <a:xfrm>
                <a:off x="1939" y="92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3" name="Freeform 63"/>
              <p:cNvSpPr/>
              <p:nvPr/>
            </p:nvSpPr>
            <p:spPr bwMode="auto">
              <a:xfrm>
                <a:off x="1973" y="962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4" name="Freeform 64"/>
              <p:cNvSpPr/>
              <p:nvPr/>
            </p:nvSpPr>
            <p:spPr bwMode="auto">
              <a:xfrm>
                <a:off x="2007" y="9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5" name="Freeform 65"/>
              <p:cNvSpPr/>
              <p:nvPr/>
            </p:nvSpPr>
            <p:spPr bwMode="auto">
              <a:xfrm>
                <a:off x="1333" y="37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6" name="Freeform 66"/>
              <p:cNvSpPr/>
              <p:nvPr/>
            </p:nvSpPr>
            <p:spPr bwMode="auto">
              <a:xfrm>
                <a:off x="1367" y="4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7" name="Freeform 67"/>
              <p:cNvSpPr/>
              <p:nvPr/>
            </p:nvSpPr>
            <p:spPr bwMode="auto">
              <a:xfrm>
                <a:off x="1401" y="445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8" name="Freeform 68"/>
              <p:cNvSpPr/>
              <p:nvPr/>
            </p:nvSpPr>
            <p:spPr bwMode="auto">
              <a:xfrm>
                <a:off x="1435" y="47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9" name="Freeform 69"/>
              <p:cNvSpPr/>
              <p:nvPr/>
            </p:nvSpPr>
            <p:spPr bwMode="auto">
              <a:xfrm>
                <a:off x="1469" y="51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0" name="Freeform 70"/>
              <p:cNvSpPr/>
              <p:nvPr/>
            </p:nvSpPr>
            <p:spPr bwMode="auto">
              <a:xfrm>
                <a:off x="1503" y="547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1" name="Freeform 71"/>
              <p:cNvSpPr/>
              <p:nvPr/>
            </p:nvSpPr>
            <p:spPr bwMode="auto">
              <a:xfrm>
                <a:off x="1537" y="58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2" name="Freeform 72"/>
              <p:cNvSpPr/>
              <p:nvPr/>
            </p:nvSpPr>
            <p:spPr bwMode="auto">
              <a:xfrm>
                <a:off x="1571" y="615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3" name="Freeform 73"/>
              <p:cNvSpPr/>
              <p:nvPr/>
            </p:nvSpPr>
            <p:spPr bwMode="auto">
              <a:xfrm>
                <a:off x="1605" y="64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4" name="Freeform 74"/>
              <p:cNvSpPr/>
              <p:nvPr/>
            </p:nvSpPr>
            <p:spPr bwMode="auto">
              <a:xfrm>
                <a:off x="1639" y="684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5" name="Freeform 75"/>
              <p:cNvSpPr/>
              <p:nvPr/>
            </p:nvSpPr>
            <p:spPr bwMode="auto">
              <a:xfrm>
                <a:off x="1673" y="7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6" name="Freeform 76"/>
              <p:cNvSpPr/>
              <p:nvPr/>
            </p:nvSpPr>
            <p:spPr bwMode="auto">
              <a:xfrm>
                <a:off x="1707" y="7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7" name="Freeform 77"/>
              <p:cNvSpPr/>
              <p:nvPr/>
            </p:nvSpPr>
            <p:spPr bwMode="auto">
              <a:xfrm>
                <a:off x="1741" y="78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8" name="Freeform 78"/>
              <p:cNvSpPr/>
              <p:nvPr/>
            </p:nvSpPr>
            <p:spPr bwMode="auto">
              <a:xfrm>
                <a:off x="1775" y="8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9" name="Freeform 79"/>
              <p:cNvSpPr/>
              <p:nvPr/>
            </p:nvSpPr>
            <p:spPr bwMode="auto">
              <a:xfrm>
                <a:off x="1809" y="85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0" name="Freeform 80"/>
              <p:cNvSpPr/>
              <p:nvPr/>
            </p:nvSpPr>
            <p:spPr bwMode="auto">
              <a:xfrm>
                <a:off x="1844" y="88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1" name="Freeform 81"/>
              <p:cNvSpPr/>
              <p:nvPr/>
            </p:nvSpPr>
            <p:spPr bwMode="auto">
              <a:xfrm>
                <a:off x="1878" y="92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2" name="Freeform 82"/>
              <p:cNvSpPr/>
              <p:nvPr/>
            </p:nvSpPr>
            <p:spPr bwMode="auto">
              <a:xfrm>
                <a:off x="1912" y="95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3" name="Freeform 83"/>
              <p:cNvSpPr/>
              <p:nvPr/>
            </p:nvSpPr>
            <p:spPr bwMode="auto">
              <a:xfrm>
                <a:off x="1946" y="9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4" name="Freeform 84"/>
              <p:cNvSpPr/>
              <p:nvPr/>
            </p:nvSpPr>
            <p:spPr bwMode="auto">
              <a:xfrm>
                <a:off x="1980" y="102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5" name="Freeform 85"/>
              <p:cNvSpPr/>
              <p:nvPr/>
            </p:nvSpPr>
            <p:spPr bwMode="auto">
              <a:xfrm>
                <a:off x="1305" y="40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6" name="Freeform 86"/>
              <p:cNvSpPr/>
              <p:nvPr/>
            </p:nvSpPr>
            <p:spPr bwMode="auto">
              <a:xfrm>
                <a:off x="1339" y="43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7" name="Freeform 87"/>
              <p:cNvSpPr/>
              <p:nvPr/>
            </p:nvSpPr>
            <p:spPr bwMode="auto">
              <a:xfrm>
                <a:off x="1373" y="473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8" name="Freeform 88"/>
              <p:cNvSpPr/>
              <p:nvPr/>
            </p:nvSpPr>
            <p:spPr bwMode="auto">
              <a:xfrm>
                <a:off x="1407" y="5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9" name="Freeform 89"/>
              <p:cNvSpPr/>
              <p:nvPr/>
            </p:nvSpPr>
            <p:spPr bwMode="auto">
              <a:xfrm>
                <a:off x="1441" y="5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0" name="Freeform 90"/>
              <p:cNvSpPr/>
              <p:nvPr/>
            </p:nvSpPr>
            <p:spPr bwMode="auto">
              <a:xfrm>
                <a:off x="1475" y="575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1" name="Freeform 91"/>
              <p:cNvSpPr/>
              <p:nvPr/>
            </p:nvSpPr>
            <p:spPr bwMode="auto">
              <a:xfrm>
                <a:off x="1509" y="60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2" name="Freeform 92"/>
              <p:cNvSpPr/>
              <p:nvPr/>
            </p:nvSpPr>
            <p:spPr bwMode="auto">
              <a:xfrm>
                <a:off x="1543" y="643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3" name="Freeform 93"/>
              <p:cNvSpPr/>
              <p:nvPr/>
            </p:nvSpPr>
            <p:spPr bwMode="auto">
              <a:xfrm>
                <a:off x="1577" y="677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4" name="Freeform 94"/>
              <p:cNvSpPr/>
              <p:nvPr/>
            </p:nvSpPr>
            <p:spPr bwMode="auto">
              <a:xfrm>
                <a:off x="1611" y="71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5" name="Freeform 95"/>
              <p:cNvSpPr/>
              <p:nvPr/>
            </p:nvSpPr>
            <p:spPr bwMode="auto">
              <a:xfrm>
                <a:off x="1646" y="745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6" name="Freeform 96"/>
              <p:cNvSpPr/>
              <p:nvPr/>
            </p:nvSpPr>
            <p:spPr bwMode="auto">
              <a:xfrm>
                <a:off x="1680" y="77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7" name="Oval 97"/>
              <p:cNvSpPr>
                <a:spLocks noChangeArrowheads="1"/>
              </p:cNvSpPr>
              <p:nvPr/>
            </p:nvSpPr>
            <p:spPr bwMode="auto">
              <a:xfrm>
                <a:off x="1715" y="81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8" name="Oval 98"/>
              <p:cNvSpPr>
                <a:spLocks noChangeArrowheads="1"/>
              </p:cNvSpPr>
              <p:nvPr/>
            </p:nvSpPr>
            <p:spPr bwMode="auto">
              <a:xfrm>
                <a:off x="1749" y="8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9" name="Freeform 99"/>
              <p:cNvSpPr/>
              <p:nvPr/>
            </p:nvSpPr>
            <p:spPr bwMode="auto">
              <a:xfrm>
                <a:off x="1782" y="882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0" name="Freeform 100"/>
              <p:cNvSpPr/>
              <p:nvPr/>
            </p:nvSpPr>
            <p:spPr bwMode="auto">
              <a:xfrm>
                <a:off x="1816" y="9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1" name="Freeform 101"/>
              <p:cNvSpPr/>
              <p:nvPr/>
            </p:nvSpPr>
            <p:spPr bwMode="auto">
              <a:xfrm>
                <a:off x="1850" y="95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2" name="Freeform 102"/>
              <p:cNvSpPr/>
              <p:nvPr/>
            </p:nvSpPr>
            <p:spPr bwMode="auto">
              <a:xfrm>
                <a:off x="1884" y="98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3" name="Freeform 103"/>
              <p:cNvSpPr/>
              <p:nvPr/>
            </p:nvSpPr>
            <p:spPr bwMode="auto">
              <a:xfrm>
                <a:off x="1918" y="10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4" name="Freeform 104"/>
              <p:cNvSpPr/>
              <p:nvPr/>
            </p:nvSpPr>
            <p:spPr bwMode="auto">
              <a:xfrm>
                <a:off x="1952" y="10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5" name="Freeform 105"/>
              <p:cNvSpPr/>
              <p:nvPr/>
            </p:nvSpPr>
            <p:spPr bwMode="auto">
              <a:xfrm>
                <a:off x="1277" y="43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6" name="Freeform 106"/>
              <p:cNvSpPr/>
              <p:nvPr/>
            </p:nvSpPr>
            <p:spPr bwMode="auto">
              <a:xfrm>
                <a:off x="1311" y="467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7" name="Freeform 107"/>
              <p:cNvSpPr/>
              <p:nvPr/>
            </p:nvSpPr>
            <p:spPr bwMode="auto">
              <a:xfrm>
                <a:off x="1345" y="50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8" name="Oval 108"/>
              <p:cNvSpPr>
                <a:spLocks noChangeArrowheads="1"/>
              </p:cNvSpPr>
              <p:nvPr/>
            </p:nvSpPr>
            <p:spPr bwMode="auto">
              <a:xfrm>
                <a:off x="1380" y="5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9" name="Oval 109"/>
              <p:cNvSpPr>
                <a:spLocks noChangeArrowheads="1"/>
              </p:cNvSpPr>
              <p:nvPr/>
            </p:nvSpPr>
            <p:spPr bwMode="auto">
              <a:xfrm>
                <a:off x="1415" y="57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0" name="Freeform 110"/>
              <p:cNvSpPr/>
              <p:nvPr/>
            </p:nvSpPr>
            <p:spPr bwMode="auto">
              <a:xfrm>
                <a:off x="1448" y="60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1" name="Freeform 111"/>
              <p:cNvSpPr/>
              <p:nvPr/>
            </p:nvSpPr>
            <p:spPr bwMode="auto">
              <a:xfrm>
                <a:off x="1482" y="6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2" name="Oval 112"/>
              <p:cNvSpPr>
                <a:spLocks noChangeArrowheads="1"/>
              </p:cNvSpPr>
              <p:nvPr/>
            </p:nvSpPr>
            <p:spPr bwMode="auto">
              <a:xfrm>
                <a:off x="1517" y="6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3" name="Oval 113"/>
              <p:cNvSpPr>
                <a:spLocks noChangeArrowheads="1"/>
              </p:cNvSpPr>
              <p:nvPr/>
            </p:nvSpPr>
            <p:spPr bwMode="auto">
              <a:xfrm>
                <a:off x="1551" y="7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4" name="Freeform 114"/>
              <p:cNvSpPr/>
              <p:nvPr/>
            </p:nvSpPr>
            <p:spPr bwMode="auto">
              <a:xfrm>
                <a:off x="1584" y="7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5" name="Freeform 115"/>
              <p:cNvSpPr/>
              <p:nvPr/>
            </p:nvSpPr>
            <p:spPr bwMode="auto">
              <a:xfrm>
                <a:off x="1618" y="77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6" name="Oval 116"/>
              <p:cNvSpPr>
                <a:spLocks noChangeArrowheads="1"/>
              </p:cNvSpPr>
              <p:nvPr/>
            </p:nvSpPr>
            <p:spPr bwMode="auto">
              <a:xfrm>
                <a:off x="1653" y="8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7" name="Oval 117"/>
              <p:cNvSpPr>
                <a:spLocks noChangeArrowheads="1"/>
              </p:cNvSpPr>
              <p:nvPr/>
            </p:nvSpPr>
            <p:spPr bwMode="auto">
              <a:xfrm>
                <a:off x="1687" y="84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8" name="Freeform 118"/>
              <p:cNvSpPr/>
              <p:nvPr/>
            </p:nvSpPr>
            <p:spPr bwMode="auto">
              <a:xfrm>
                <a:off x="1720" y="87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9" name="Freeform 119"/>
              <p:cNvSpPr/>
              <p:nvPr/>
            </p:nvSpPr>
            <p:spPr bwMode="auto">
              <a:xfrm>
                <a:off x="1754" y="90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0" name="Oval 120"/>
              <p:cNvSpPr>
                <a:spLocks noChangeArrowheads="1"/>
              </p:cNvSpPr>
              <p:nvPr/>
            </p:nvSpPr>
            <p:spPr bwMode="auto">
              <a:xfrm>
                <a:off x="1789" y="94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1" name="Oval 121"/>
              <p:cNvSpPr>
                <a:spLocks noChangeArrowheads="1"/>
              </p:cNvSpPr>
              <p:nvPr/>
            </p:nvSpPr>
            <p:spPr bwMode="auto">
              <a:xfrm>
                <a:off x="1823" y="97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2" name="Freeform 122"/>
              <p:cNvSpPr/>
              <p:nvPr/>
            </p:nvSpPr>
            <p:spPr bwMode="auto">
              <a:xfrm>
                <a:off x="1856" y="10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3" name="Freeform 123"/>
              <p:cNvSpPr/>
              <p:nvPr/>
            </p:nvSpPr>
            <p:spPr bwMode="auto">
              <a:xfrm>
                <a:off x="1890" y="104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4" name="Freeform 124"/>
              <p:cNvSpPr/>
              <p:nvPr/>
            </p:nvSpPr>
            <p:spPr bwMode="auto">
              <a:xfrm>
                <a:off x="1924" y="1080"/>
                <a:ext cx="23" cy="22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5" name="Freeform 125"/>
              <p:cNvSpPr/>
              <p:nvPr/>
            </p:nvSpPr>
            <p:spPr bwMode="auto">
              <a:xfrm>
                <a:off x="1250" y="460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6" name="Freeform 126"/>
              <p:cNvSpPr/>
              <p:nvPr/>
            </p:nvSpPr>
            <p:spPr bwMode="auto">
              <a:xfrm>
                <a:off x="1284" y="4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7" name="Freeform 127"/>
              <p:cNvSpPr/>
              <p:nvPr/>
            </p:nvSpPr>
            <p:spPr bwMode="auto">
              <a:xfrm>
                <a:off x="1318" y="529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8" name="Freeform 128"/>
              <p:cNvSpPr/>
              <p:nvPr/>
            </p:nvSpPr>
            <p:spPr bwMode="auto">
              <a:xfrm>
                <a:off x="1352" y="56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9" name="Freeform 129"/>
              <p:cNvSpPr/>
              <p:nvPr/>
            </p:nvSpPr>
            <p:spPr bwMode="auto">
              <a:xfrm>
                <a:off x="1386" y="5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0" name="Freeform 130"/>
              <p:cNvSpPr/>
              <p:nvPr/>
            </p:nvSpPr>
            <p:spPr bwMode="auto">
              <a:xfrm>
                <a:off x="1420" y="63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1" name="Freeform 131"/>
              <p:cNvSpPr/>
              <p:nvPr/>
            </p:nvSpPr>
            <p:spPr bwMode="auto">
              <a:xfrm>
                <a:off x="1454" y="665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2" name="Oval 132"/>
              <p:cNvSpPr>
                <a:spLocks noChangeArrowheads="1"/>
              </p:cNvSpPr>
              <p:nvPr/>
            </p:nvSpPr>
            <p:spPr bwMode="auto">
              <a:xfrm>
                <a:off x="1489" y="7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3" name="Oval 133"/>
              <p:cNvSpPr>
                <a:spLocks noChangeArrowheads="1"/>
              </p:cNvSpPr>
              <p:nvPr/>
            </p:nvSpPr>
            <p:spPr bwMode="auto">
              <a:xfrm>
                <a:off x="1523" y="7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4" name="Freeform 134"/>
              <p:cNvSpPr/>
              <p:nvPr/>
            </p:nvSpPr>
            <p:spPr bwMode="auto">
              <a:xfrm>
                <a:off x="1556" y="767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5" name="Freeform 135"/>
              <p:cNvSpPr/>
              <p:nvPr/>
            </p:nvSpPr>
            <p:spPr bwMode="auto">
              <a:xfrm>
                <a:off x="1590" y="80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6" name="Oval 136"/>
              <p:cNvSpPr>
                <a:spLocks noChangeArrowheads="1"/>
              </p:cNvSpPr>
              <p:nvPr/>
            </p:nvSpPr>
            <p:spPr bwMode="auto">
              <a:xfrm>
                <a:off x="1625" y="8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7" name="Oval 137"/>
              <p:cNvSpPr>
                <a:spLocks noChangeArrowheads="1"/>
              </p:cNvSpPr>
              <p:nvPr/>
            </p:nvSpPr>
            <p:spPr bwMode="auto">
              <a:xfrm>
                <a:off x="1659" y="87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8" name="Freeform 138"/>
              <p:cNvSpPr/>
              <p:nvPr/>
            </p:nvSpPr>
            <p:spPr bwMode="auto">
              <a:xfrm>
                <a:off x="1692" y="90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9" name="Freeform 139"/>
              <p:cNvSpPr/>
              <p:nvPr/>
            </p:nvSpPr>
            <p:spPr bwMode="auto">
              <a:xfrm>
                <a:off x="1726" y="9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0" name="Oval 140"/>
              <p:cNvSpPr>
                <a:spLocks noChangeArrowheads="1"/>
              </p:cNvSpPr>
              <p:nvPr/>
            </p:nvSpPr>
            <p:spPr bwMode="auto">
              <a:xfrm>
                <a:off x="1761" y="9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1" name="Oval 141"/>
              <p:cNvSpPr>
                <a:spLocks noChangeArrowheads="1"/>
              </p:cNvSpPr>
              <p:nvPr/>
            </p:nvSpPr>
            <p:spPr bwMode="auto">
              <a:xfrm>
                <a:off x="1795" y="10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2" name="Freeform 142"/>
              <p:cNvSpPr/>
              <p:nvPr/>
            </p:nvSpPr>
            <p:spPr bwMode="auto">
              <a:xfrm>
                <a:off x="1828" y="10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3" name="Freeform 143"/>
              <p:cNvSpPr/>
              <p:nvPr/>
            </p:nvSpPr>
            <p:spPr bwMode="auto">
              <a:xfrm>
                <a:off x="1862" y="107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4" name="Oval 144"/>
              <p:cNvSpPr>
                <a:spLocks noChangeArrowheads="1"/>
              </p:cNvSpPr>
              <p:nvPr/>
            </p:nvSpPr>
            <p:spPr bwMode="auto">
              <a:xfrm>
                <a:off x="1897" y="11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5" name="Freeform 145"/>
              <p:cNvSpPr/>
              <p:nvPr/>
            </p:nvSpPr>
            <p:spPr bwMode="auto">
              <a:xfrm>
                <a:off x="1222" y="4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6" name="Freeform 146"/>
              <p:cNvSpPr/>
              <p:nvPr/>
            </p:nvSpPr>
            <p:spPr bwMode="auto">
              <a:xfrm>
                <a:off x="1256" y="522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7" name="Freeform 147"/>
              <p:cNvSpPr/>
              <p:nvPr/>
            </p:nvSpPr>
            <p:spPr bwMode="auto">
              <a:xfrm>
                <a:off x="1290" y="55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8" name="Freeform 148"/>
              <p:cNvSpPr/>
              <p:nvPr/>
            </p:nvSpPr>
            <p:spPr bwMode="auto">
              <a:xfrm>
                <a:off x="1324" y="5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9" name="Freeform 149"/>
              <p:cNvSpPr/>
              <p:nvPr/>
            </p:nvSpPr>
            <p:spPr bwMode="auto">
              <a:xfrm>
                <a:off x="1358" y="62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0" name="Freeform 150"/>
              <p:cNvSpPr/>
              <p:nvPr/>
            </p:nvSpPr>
            <p:spPr bwMode="auto">
              <a:xfrm>
                <a:off x="1392" y="65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1" name="Freeform 151"/>
              <p:cNvSpPr/>
              <p:nvPr/>
            </p:nvSpPr>
            <p:spPr bwMode="auto">
              <a:xfrm>
                <a:off x="1426" y="692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2" name="Freeform 152"/>
              <p:cNvSpPr/>
              <p:nvPr/>
            </p:nvSpPr>
            <p:spPr bwMode="auto">
              <a:xfrm>
                <a:off x="1460" y="727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3" name="Freeform 153"/>
              <p:cNvSpPr/>
              <p:nvPr/>
            </p:nvSpPr>
            <p:spPr bwMode="auto">
              <a:xfrm>
                <a:off x="1494" y="76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4" name="Freeform 154"/>
              <p:cNvSpPr/>
              <p:nvPr/>
            </p:nvSpPr>
            <p:spPr bwMode="auto">
              <a:xfrm>
                <a:off x="1528" y="79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5" name="Freeform 155"/>
              <p:cNvSpPr/>
              <p:nvPr/>
            </p:nvSpPr>
            <p:spPr bwMode="auto">
              <a:xfrm>
                <a:off x="1562" y="82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6" name="Oval 156"/>
              <p:cNvSpPr>
                <a:spLocks noChangeArrowheads="1"/>
              </p:cNvSpPr>
              <p:nvPr/>
            </p:nvSpPr>
            <p:spPr bwMode="auto">
              <a:xfrm>
                <a:off x="1597" y="86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7" name="Freeform 157"/>
              <p:cNvSpPr/>
              <p:nvPr/>
            </p:nvSpPr>
            <p:spPr bwMode="auto">
              <a:xfrm>
                <a:off x="1630" y="8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8" name="Freeform 158"/>
              <p:cNvSpPr/>
              <p:nvPr/>
            </p:nvSpPr>
            <p:spPr bwMode="auto">
              <a:xfrm>
                <a:off x="1664" y="931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9" name="Freeform 159"/>
              <p:cNvSpPr/>
              <p:nvPr/>
            </p:nvSpPr>
            <p:spPr bwMode="auto">
              <a:xfrm>
                <a:off x="1698" y="96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0" name="Oval 160"/>
              <p:cNvSpPr>
                <a:spLocks noChangeArrowheads="1"/>
              </p:cNvSpPr>
              <p:nvPr/>
            </p:nvSpPr>
            <p:spPr bwMode="auto">
              <a:xfrm>
                <a:off x="1733" y="10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1" name="Oval 161"/>
              <p:cNvSpPr>
                <a:spLocks noChangeArrowheads="1"/>
              </p:cNvSpPr>
              <p:nvPr/>
            </p:nvSpPr>
            <p:spPr bwMode="auto">
              <a:xfrm>
                <a:off x="1767" y="10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2" name="Freeform 162"/>
              <p:cNvSpPr/>
              <p:nvPr/>
            </p:nvSpPr>
            <p:spPr bwMode="auto">
              <a:xfrm>
                <a:off x="1801" y="1067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3" name="Freeform 163"/>
              <p:cNvSpPr/>
              <p:nvPr/>
            </p:nvSpPr>
            <p:spPr bwMode="auto">
              <a:xfrm>
                <a:off x="1835" y="1101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4" name="Oval 164"/>
              <p:cNvSpPr>
                <a:spLocks noChangeArrowheads="1"/>
              </p:cNvSpPr>
              <p:nvPr/>
            </p:nvSpPr>
            <p:spPr bwMode="auto">
              <a:xfrm>
                <a:off x="1870" y="11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5" name="Freeform 165"/>
              <p:cNvSpPr/>
              <p:nvPr/>
            </p:nvSpPr>
            <p:spPr bwMode="auto">
              <a:xfrm>
                <a:off x="1194" y="5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6" name="Freeform 166"/>
              <p:cNvSpPr/>
              <p:nvPr/>
            </p:nvSpPr>
            <p:spPr bwMode="auto">
              <a:xfrm>
                <a:off x="1228" y="55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7" name="Freeform 167"/>
              <p:cNvSpPr/>
              <p:nvPr/>
            </p:nvSpPr>
            <p:spPr bwMode="auto">
              <a:xfrm>
                <a:off x="1262" y="584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8" name="Freeform 168"/>
              <p:cNvSpPr/>
              <p:nvPr/>
            </p:nvSpPr>
            <p:spPr bwMode="auto">
              <a:xfrm>
                <a:off x="1296" y="6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9" name="Freeform 169"/>
              <p:cNvSpPr/>
              <p:nvPr/>
            </p:nvSpPr>
            <p:spPr bwMode="auto">
              <a:xfrm>
                <a:off x="1330" y="65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0" name="Freeform 170"/>
              <p:cNvSpPr/>
              <p:nvPr/>
            </p:nvSpPr>
            <p:spPr bwMode="auto">
              <a:xfrm>
                <a:off x="1364" y="686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1" name="Freeform 171"/>
              <p:cNvSpPr/>
              <p:nvPr/>
            </p:nvSpPr>
            <p:spPr bwMode="auto">
              <a:xfrm>
                <a:off x="1398" y="7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2" name="Freeform 172"/>
              <p:cNvSpPr/>
              <p:nvPr/>
            </p:nvSpPr>
            <p:spPr bwMode="auto">
              <a:xfrm>
                <a:off x="1432" y="75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3" name="Freeform 173"/>
              <p:cNvSpPr/>
              <p:nvPr/>
            </p:nvSpPr>
            <p:spPr bwMode="auto">
              <a:xfrm>
                <a:off x="1466" y="7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4" name="Freeform 174"/>
              <p:cNvSpPr/>
              <p:nvPr/>
            </p:nvSpPr>
            <p:spPr bwMode="auto">
              <a:xfrm>
                <a:off x="1500" y="8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5" name="Freeform 175"/>
              <p:cNvSpPr/>
              <p:nvPr/>
            </p:nvSpPr>
            <p:spPr bwMode="auto">
              <a:xfrm>
                <a:off x="1534" y="85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6" name="Freeform 176"/>
              <p:cNvSpPr/>
              <p:nvPr/>
            </p:nvSpPr>
            <p:spPr bwMode="auto">
              <a:xfrm>
                <a:off x="1568" y="89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7" name="Freeform 177"/>
              <p:cNvSpPr/>
              <p:nvPr/>
            </p:nvSpPr>
            <p:spPr bwMode="auto">
              <a:xfrm>
                <a:off x="1603" y="925"/>
                <a:ext cx="22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8" name="Freeform 178"/>
              <p:cNvSpPr/>
              <p:nvPr/>
            </p:nvSpPr>
            <p:spPr bwMode="auto">
              <a:xfrm>
                <a:off x="1637" y="95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9" name="Freeform 179"/>
              <p:cNvSpPr/>
              <p:nvPr/>
            </p:nvSpPr>
            <p:spPr bwMode="auto">
              <a:xfrm>
                <a:off x="1671" y="99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0" name="Freeform 180"/>
              <p:cNvSpPr/>
              <p:nvPr/>
            </p:nvSpPr>
            <p:spPr bwMode="auto">
              <a:xfrm>
                <a:off x="1705" y="102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1" name="Freeform 181"/>
              <p:cNvSpPr/>
              <p:nvPr/>
            </p:nvSpPr>
            <p:spPr bwMode="auto">
              <a:xfrm>
                <a:off x="1739" y="106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2" name="Freeform 182"/>
              <p:cNvSpPr/>
              <p:nvPr/>
            </p:nvSpPr>
            <p:spPr bwMode="auto">
              <a:xfrm>
                <a:off x="1773" y="109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3" name="Freeform 183"/>
              <p:cNvSpPr/>
              <p:nvPr/>
            </p:nvSpPr>
            <p:spPr bwMode="auto">
              <a:xfrm>
                <a:off x="1807" y="112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4" name="Freeform 184"/>
              <p:cNvSpPr/>
              <p:nvPr/>
            </p:nvSpPr>
            <p:spPr bwMode="auto">
              <a:xfrm>
                <a:off x="1841" y="116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5" name="Freeform 185"/>
              <p:cNvSpPr/>
              <p:nvPr/>
            </p:nvSpPr>
            <p:spPr bwMode="auto">
              <a:xfrm>
                <a:off x="1166" y="54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6" name="Freeform 186"/>
              <p:cNvSpPr/>
              <p:nvPr/>
            </p:nvSpPr>
            <p:spPr bwMode="auto">
              <a:xfrm>
                <a:off x="1200" y="57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7" name="Freeform 187"/>
              <p:cNvSpPr/>
              <p:nvPr/>
            </p:nvSpPr>
            <p:spPr bwMode="auto">
              <a:xfrm>
                <a:off x="1234" y="61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8" name="Freeform 188"/>
              <p:cNvSpPr/>
              <p:nvPr/>
            </p:nvSpPr>
            <p:spPr bwMode="auto">
              <a:xfrm>
                <a:off x="1268" y="64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9" name="Freeform 189"/>
              <p:cNvSpPr/>
              <p:nvPr/>
            </p:nvSpPr>
            <p:spPr bwMode="auto">
              <a:xfrm>
                <a:off x="1302" y="68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0" name="Freeform 190"/>
              <p:cNvSpPr/>
              <p:nvPr/>
            </p:nvSpPr>
            <p:spPr bwMode="auto">
              <a:xfrm>
                <a:off x="1336" y="71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1" name="Freeform 191"/>
              <p:cNvSpPr/>
              <p:nvPr/>
            </p:nvSpPr>
            <p:spPr bwMode="auto">
              <a:xfrm>
                <a:off x="1371" y="74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2" name="Freeform 192"/>
              <p:cNvSpPr/>
              <p:nvPr/>
            </p:nvSpPr>
            <p:spPr bwMode="auto">
              <a:xfrm>
                <a:off x="1405" y="78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3" name="Freeform 193"/>
              <p:cNvSpPr/>
              <p:nvPr/>
            </p:nvSpPr>
            <p:spPr bwMode="auto">
              <a:xfrm>
                <a:off x="1439" y="81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4" name="Freeform 194"/>
              <p:cNvSpPr/>
              <p:nvPr/>
            </p:nvSpPr>
            <p:spPr bwMode="auto">
              <a:xfrm>
                <a:off x="1473" y="85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5" name="Freeform 195"/>
              <p:cNvSpPr/>
              <p:nvPr/>
            </p:nvSpPr>
            <p:spPr bwMode="auto">
              <a:xfrm>
                <a:off x="1507" y="88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6" name="Freeform 196"/>
              <p:cNvSpPr/>
              <p:nvPr/>
            </p:nvSpPr>
            <p:spPr bwMode="auto">
              <a:xfrm>
                <a:off x="1541" y="9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7" name="Freeform 197"/>
              <p:cNvSpPr/>
              <p:nvPr/>
            </p:nvSpPr>
            <p:spPr bwMode="auto">
              <a:xfrm>
                <a:off x="1575" y="95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8" name="Freeform 198"/>
              <p:cNvSpPr/>
              <p:nvPr/>
            </p:nvSpPr>
            <p:spPr bwMode="auto">
              <a:xfrm>
                <a:off x="1609" y="98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9" name="Freeform 199"/>
              <p:cNvSpPr/>
              <p:nvPr/>
            </p:nvSpPr>
            <p:spPr bwMode="auto">
              <a:xfrm>
                <a:off x="1643" y="10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60" name="Freeform 200"/>
              <p:cNvSpPr/>
              <p:nvPr/>
            </p:nvSpPr>
            <p:spPr bwMode="auto">
              <a:xfrm>
                <a:off x="1677" y="105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61" name="Freeform 201"/>
              <p:cNvSpPr/>
              <p:nvPr/>
            </p:nvSpPr>
            <p:spPr bwMode="auto">
              <a:xfrm>
                <a:off x="1711" y="10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62" name="Freeform 202"/>
              <p:cNvSpPr/>
              <p:nvPr/>
            </p:nvSpPr>
            <p:spPr bwMode="auto">
              <a:xfrm>
                <a:off x="1745" y="112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63" name="Freeform 203"/>
              <p:cNvSpPr/>
              <p:nvPr/>
            </p:nvSpPr>
            <p:spPr bwMode="auto">
              <a:xfrm>
                <a:off x="1779" y="115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64" name="Freeform 204"/>
              <p:cNvSpPr/>
              <p:nvPr/>
            </p:nvSpPr>
            <p:spPr bwMode="auto">
              <a:xfrm>
                <a:off x="1813" y="119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</p:grpSp>
        <p:sp>
          <p:nvSpPr>
            <p:cNvPr id="4" name="Freeform 206"/>
            <p:cNvSpPr/>
            <p:nvPr/>
          </p:nvSpPr>
          <p:spPr bwMode="auto">
            <a:xfrm>
              <a:off x="565757" y="9080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" name="Freeform 207"/>
            <p:cNvSpPr/>
            <p:nvPr/>
          </p:nvSpPr>
          <p:spPr bwMode="auto">
            <a:xfrm>
              <a:off x="621319" y="962025"/>
              <a:ext cx="34925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" name="Freeform 208"/>
            <p:cNvSpPr/>
            <p:nvPr/>
          </p:nvSpPr>
          <p:spPr bwMode="auto">
            <a:xfrm>
              <a:off x="675294" y="10160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" name="Freeform 209"/>
            <p:cNvSpPr/>
            <p:nvPr/>
          </p:nvSpPr>
          <p:spPr bwMode="auto">
            <a:xfrm>
              <a:off x="729269" y="10699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" name="Freeform 210"/>
            <p:cNvSpPr/>
            <p:nvPr/>
          </p:nvSpPr>
          <p:spPr bwMode="auto">
            <a:xfrm>
              <a:off x="783244" y="11239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9" name="Freeform 211"/>
            <p:cNvSpPr/>
            <p:nvPr/>
          </p:nvSpPr>
          <p:spPr bwMode="auto">
            <a:xfrm>
              <a:off x="837219" y="11779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0" name="Freeform 212"/>
            <p:cNvSpPr/>
            <p:nvPr/>
          </p:nvSpPr>
          <p:spPr bwMode="auto">
            <a:xfrm>
              <a:off x="891194" y="12319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1" name="Freeform 213"/>
            <p:cNvSpPr/>
            <p:nvPr/>
          </p:nvSpPr>
          <p:spPr bwMode="auto">
            <a:xfrm>
              <a:off x="945169" y="12858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2" name="Freeform 214"/>
            <p:cNvSpPr/>
            <p:nvPr/>
          </p:nvSpPr>
          <p:spPr bwMode="auto">
            <a:xfrm>
              <a:off x="999144" y="13398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3" name="Freeform 215"/>
            <p:cNvSpPr/>
            <p:nvPr/>
          </p:nvSpPr>
          <p:spPr bwMode="auto">
            <a:xfrm>
              <a:off x="1053119" y="139382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4" name="Freeform 216"/>
            <p:cNvSpPr/>
            <p:nvPr/>
          </p:nvSpPr>
          <p:spPr bwMode="auto">
            <a:xfrm>
              <a:off x="1107094" y="14478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5" name="Freeform 217"/>
            <p:cNvSpPr/>
            <p:nvPr/>
          </p:nvSpPr>
          <p:spPr bwMode="auto">
            <a:xfrm>
              <a:off x="1161069" y="15017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6" name="Freeform 218"/>
            <p:cNvSpPr/>
            <p:nvPr/>
          </p:nvSpPr>
          <p:spPr bwMode="auto">
            <a:xfrm>
              <a:off x="1215044" y="15557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7" name="Freeform 219"/>
            <p:cNvSpPr/>
            <p:nvPr/>
          </p:nvSpPr>
          <p:spPr bwMode="auto">
            <a:xfrm>
              <a:off x="1269019" y="160972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8" name="Freeform 220"/>
            <p:cNvSpPr/>
            <p:nvPr/>
          </p:nvSpPr>
          <p:spPr bwMode="auto">
            <a:xfrm>
              <a:off x="1322994" y="16637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9" name="Freeform 221"/>
            <p:cNvSpPr/>
            <p:nvPr/>
          </p:nvSpPr>
          <p:spPr bwMode="auto">
            <a:xfrm>
              <a:off x="1376969" y="17176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0" name="Freeform 222"/>
            <p:cNvSpPr/>
            <p:nvPr/>
          </p:nvSpPr>
          <p:spPr bwMode="auto">
            <a:xfrm>
              <a:off x="1430944" y="17716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1" name="Freeform 223"/>
            <p:cNvSpPr/>
            <p:nvPr/>
          </p:nvSpPr>
          <p:spPr bwMode="auto">
            <a:xfrm>
              <a:off x="1484919" y="18256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2" name="Freeform 224"/>
            <p:cNvSpPr/>
            <p:nvPr/>
          </p:nvSpPr>
          <p:spPr bwMode="auto">
            <a:xfrm>
              <a:off x="1538894" y="18796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3" name="Freeform 225"/>
            <p:cNvSpPr/>
            <p:nvPr/>
          </p:nvSpPr>
          <p:spPr bwMode="auto">
            <a:xfrm>
              <a:off x="1592869" y="19335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4" name="Freeform 226"/>
            <p:cNvSpPr/>
            <p:nvPr/>
          </p:nvSpPr>
          <p:spPr bwMode="auto">
            <a:xfrm>
              <a:off x="522894" y="950913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5" name="Freeform 227"/>
            <p:cNvSpPr/>
            <p:nvPr/>
          </p:nvSpPr>
          <p:spPr bwMode="auto">
            <a:xfrm>
              <a:off x="576869" y="10048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6" name="Freeform 228"/>
            <p:cNvSpPr/>
            <p:nvPr/>
          </p:nvSpPr>
          <p:spPr bwMode="auto">
            <a:xfrm>
              <a:off x="630844" y="10588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" name="Freeform 229"/>
            <p:cNvSpPr/>
            <p:nvPr/>
          </p:nvSpPr>
          <p:spPr bwMode="auto">
            <a:xfrm>
              <a:off x="684819" y="1112838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" name="Freeform 230"/>
            <p:cNvSpPr/>
            <p:nvPr/>
          </p:nvSpPr>
          <p:spPr bwMode="auto">
            <a:xfrm>
              <a:off x="738794" y="11668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" name="Freeform 231"/>
            <p:cNvSpPr/>
            <p:nvPr/>
          </p:nvSpPr>
          <p:spPr bwMode="auto">
            <a:xfrm>
              <a:off x="792769" y="1222375"/>
              <a:ext cx="36513" cy="34925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" name="Freeform 232"/>
            <p:cNvSpPr/>
            <p:nvPr/>
          </p:nvSpPr>
          <p:spPr bwMode="auto">
            <a:xfrm>
              <a:off x="846744" y="12763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" name="Freeform 233"/>
            <p:cNvSpPr/>
            <p:nvPr/>
          </p:nvSpPr>
          <p:spPr bwMode="auto">
            <a:xfrm>
              <a:off x="900719" y="13303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" name="Freeform 234"/>
            <p:cNvSpPr/>
            <p:nvPr/>
          </p:nvSpPr>
          <p:spPr bwMode="auto">
            <a:xfrm>
              <a:off x="954694" y="13843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" name="Freeform 235"/>
            <p:cNvSpPr/>
            <p:nvPr/>
          </p:nvSpPr>
          <p:spPr bwMode="auto">
            <a:xfrm>
              <a:off x="1008669" y="143827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" name="Freeform 236"/>
            <p:cNvSpPr/>
            <p:nvPr/>
          </p:nvSpPr>
          <p:spPr bwMode="auto">
            <a:xfrm>
              <a:off x="1062644" y="14922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" name="Freeform 237"/>
            <p:cNvSpPr/>
            <p:nvPr/>
          </p:nvSpPr>
          <p:spPr bwMode="auto">
            <a:xfrm>
              <a:off x="1116619" y="15462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" name="Freeform 238"/>
            <p:cNvSpPr/>
            <p:nvPr/>
          </p:nvSpPr>
          <p:spPr bwMode="auto">
            <a:xfrm>
              <a:off x="1170594" y="160020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" name="Freeform 239"/>
            <p:cNvSpPr/>
            <p:nvPr/>
          </p:nvSpPr>
          <p:spPr bwMode="auto">
            <a:xfrm>
              <a:off x="1224569" y="16541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" name="Freeform 240"/>
            <p:cNvSpPr/>
            <p:nvPr/>
          </p:nvSpPr>
          <p:spPr bwMode="auto">
            <a:xfrm>
              <a:off x="1278544" y="17081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" name="Freeform 241"/>
            <p:cNvSpPr/>
            <p:nvPr/>
          </p:nvSpPr>
          <p:spPr bwMode="auto">
            <a:xfrm>
              <a:off x="1332519" y="176212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" name="Freeform 242"/>
            <p:cNvSpPr/>
            <p:nvPr/>
          </p:nvSpPr>
          <p:spPr bwMode="auto">
            <a:xfrm>
              <a:off x="1386494" y="18161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1" name="Freeform 243"/>
            <p:cNvSpPr/>
            <p:nvPr/>
          </p:nvSpPr>
          <p:spPr bwMode="auto">
            <a:xfrm>
              <a:off x="1440469" y="18700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2" name="Freeform 244"/>
            <p:cNvSpPr/>
            <p:nvPr/>
          </p:nvSpPr>
          <p:spPr bwMode="auto">
            <a:xfrm>
              <a:off x="1494444" y="19240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3" name="Freeform 245"/>
            <p:cNvSpPr/>
            <p:nvPr/>
          </p:nvSpPr>
          <p:spPr bwMode="auto">
            <a:xfrm>
              <a:off x="1550007" y="1978025"/>
              <a:ext cx="34925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4" name="Freeform 246"/>
            <p:cNvSpPr/>
            <p:nvPr/>
          </p:nvSpPr>
          <p:spPr bwMode="auto">
            <a:xfrm>
              <a:off x="478444" y="9953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5" name="Freeform 247"/>
            <p:cNvSpPr/>
            <p:nvPr/>
          </p:nvSpPr>
          <p:spPr bwMode="auto">
            <a:xfrm>
              <a:off x="532419" y="104933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6" name="Oval 248"/>
            <p:cNvSpPr>
              <a:spLocks noChangeArrowheads="1"/>
            </p:cNvSpPr>
            <p:nvPr/>
          </p:nvSpPr>
          <p:spPr bwMode="auto">
            <a:xfrm>
              <a:off x="587982" y="11049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7" name="Freeform 249"/>
            <p:cNvSpPr/>
            <p:nvPr/>
          </p:nvSpPr>
          <p:spPr bwMode="auto">
            <a:xfrm>
              <a:off x="640369" y="11572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8" name="Freeform 250"/>
            <p:cNvSpPr/>
            <p:nvPr/>
          </p:nvSpPr>
          <p:spPr bwMode="auto">
            <a:xfrm>
              <a:off x="694344" y="1211263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9" name="Freeform 251"/>
            <p:cNvSpPr/>
            <p:nvPr/>
          </p:nvSpPr>
          <p:spPr bwMode="auto">
            <a:xfrm>
              <a:off x="748319" y="1265238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0" name="Freeform 252"/>
            <p:cNvSpPr/>
            <p:nvPr/>
          </p:nvSpPr>
          <p:spPr bwMode="auto">
            <a:xfrm>
              <a:off x="802294" y="13192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1" name="Freeform 253"/>
            <p:cNvSpPr/>
            <p:nvPr/>
          </p:nvSpPr>
          <p:spPr bwMode="auto">
            <a:xfrm>
              <a:off x="856269" y="137318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2" name="Freeform 254"/>
            <p:cNvSpPr/>
            <p:nvPr/>
          </p:nvSpPr>
          <p:spPr bwMode="auto">
            <a:xfrm>
              <a:off x="910244" y="1427163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" name="Freeform 255"/>
            <p:cNvSpPr/>
            <p:nvPr/>
          </p:nvSpPr>
          <p:spPr bwMode="auto">
            <a:xfrm>
              <a:off x="964219" y="148113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" name="Freeform 256"/>
            <p:cNvSpPr/>
            <p:nvPr/>
          </p:nvSpPr>
          <p:spPr bwMode="auto">
            <a:xfrm>
              <a:off x="1018194" y="1536700"/>
              <a:ext cx="36513" cy="34925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" name="Freeform 257"/>
            <p:cNvSpPr/>
            <p:nvPr/>
          </p:nvSpPr>
          <p:spPr bwMode="auto">
            <a:xfrm>
              <a:off x="1072169" y="159067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" name="Freeform 258"/>
            <p:cNvSpPr/>
            <p:nvPr/>
          </p:nvSpPr>
          <p:spPr bwMode="auto">
            <a:xfrm>
              <a:off x="1126144" y="16446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" name="Freeform 259"/>
            <p:cNvSpPr/>
            <p:nvPr/>
          </p:nvSpPr>
          <p:spPr bwMode="auto">
            <a:xfrm>
              <a:off x="1180119" y="169862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" name="Freeform 260"/>
            <p:cNvSpPr/>
            <p:nvPr/>
          </p:nvSpPr>
          <p:spPr bwMode="auto">
            <a:xfrm>
              <a:off x="1235682" y="1752600"/>
              <a:ext cx="34925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" name="Freeform 261"/>
            <p:cNvSpPr/>
            <p:nvPr/>
          </p:nvSpPr>
          <p:spPr bwMode="auto">
            <a:xfrm>
              <a:off x="1289657" y="18065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" name="Freeform 262"/>
            <p:cNvSpPr/>
            <p:nvPr/>
          </p:nvSpPr>
          <p:spPr bwMode="auto">
            <a:xfrm>
              <a:off x="1343632" y="1860550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" name="Freeform 263"/>
            <p:cNvSpPr/>
            <p:nvPr/>
          </p:nvSpPr>
          <p:spPr bwMode="auto">
            <a:xfrm>
              <a:off x="1397607" y="191452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" name="Freeform 264"/>
            <p:cNvSpPr/>
            <p:nvPr/>
          </p:nvSpPr>
          <p:spPr bwMode="auto">
            <a:xfrm>
              <a:off x="1451582" y="19685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" name="Freeform 265"/>
            <p:cNvSpPr/>
            <p:nvPr/>
          </p:nvSpPr>
          <p:spPr bwMode="auto">
            <a:xfrm>
              <a:off x="1505557" y="202247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  <p:grpSp>
        <p:nvGrpSpPr>
          <p:cNvPr id="265" name="Group 265"/>
          <p:cNvGrpSpPr/>
          <p:nvPr userDrawn="1"/>
        </p:nvGrpSpPr>
        <p:grpSpPr>
          <a:xfrm>
            <a:off x="-390479" y="-357338"/>
            <a:ext cx="2090651" cy="2092749"/>
            <a:chOff x="5213090" y="468313"/>
            <a:chExt cx="1581151" cy="1582738"/>
          </a:xfrm>
          <a:solidFill>
            <a:schemeClr val="tx2"/>
          </a:solidFill>
        </p:grpSpPr>
        <p:sp>
          <p:nvSpPr>
            <p:cNvPr id="266" name="Oval 357"/>
            <p:cNvSpPr>
              <a:spLocks noChangeArrowheads="1"/>
            </p:cNvSpPr>
            <p:nvPr/>
          </p:nvSpPr>
          <p:spPr bwMode="auto">
            <a:xfrm>
              <a:off x="6760903" y="9953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67" name="Freeform 358"/>
            <p:cNvSpPr/>
            <p:nvPr/>
          </p:nvSpPr>
          <p:spPr bwMode="auto">
            <a:xfrm>
              <a:off x="6705340" y="104775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68" name="Freeform 359"/>
            <p:cNvSpPr/>
            <p:nvPr/>
          </p:nvSpPr>
          <p:spPr bwMode="auto">
            <a:xfrm>
              <a:off x="6651365" y="1101725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69" name="Freeform 360"/>
            <p:cNvSpPr/>
            <p:nvPr/>
          </p:nvSpPr>
          <p:spPr bwMode="auto">
            <a:xfrm>
              <a:off x="6597390" y="115570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0" name="Freeform 361"/>
            <p:cNvSpPr/>
            <p:nvPr/>
          </p:nvSpPr>
          <p:spPr bwMode="auto">
            <a:xfrm>
              <a:off x="6545003" y="1209675"/>
              <a:ext cx="34925" cy="34925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1" name="Freeform 362"/>
            <p:cNvSpPr/>
            <p:nvPr/>
          </p:nvSpPr>
          <p:spPr bwMode="auto">
            <a:xfrm>
              <a:off x="6491028" y="1263650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2" name="Freeform 363"/>
            <p:cNvSpPr/>
            <p:nvPr/>
          </p:nvSpPr>
          <p:spPr bwMode="auto">
            <a:xfrm>
              <a:off x="6437053" y="13160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3" name="Freeform 364"/>
            <p:cNvSpPr/>
            <p:nvPr/>
          </p:nvSpPr>
          <p:spPr bwMode="auto">
            <a:xfrm>
              <a:off x="6383078" y="137001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4" name="Freeform 365"/>
            <p:cNvSpPr/>
            <p:nvPr/>
          </p:nvSpPr>
          <p:spPr bwMode="auto">
            <a:xfrm>
              <a:off x="6329103" y="1423988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5" name="Freeform 366"/>
            <p:cNvSpPr/>
            <p:nvPr/>
          </p:nvSpPr>
          <p:spPr bwMode="auto">
            <a:xfrm>
              <a:off x="6275128" y="14779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6" name="Freeform 367"/>
            <p:cNvSpPr/>
            <p:nvPr/>
          </p:nvSpPr>
          <p:spPr bwMode="auto">
            <a:xfrm>
              <a:off x="6222740" y="1531938"/>
              <a:ext cx="34925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7" name="Freeform 368"/>
            <p:cNvSpPr/>
            <p:nvPr/>
          </p:nvSpPr>
          <p:spPr bwMode="auto">
            <a:xfrm>
              <a:off x="6168765" y="1585913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8" name="Freeform 369"/>
            <p:cNvSpPr/>
            <p:nvPr/>
          </p:nvSpPr>
          <p:spPr bwMode="auto">
            <a:xfrm>
              <a:off x="6114790" y="163830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9" name="Freeform 370"/>
            <p:cNvSpPr/>
            <p:nvPr/>
          </p:nvSpPr>
          <p:spPr bwMode="auto">
            <a:xfrm>
              <a:off x="6060815" y="16922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0" name="Freeform 371"/>
            <p:cNvSpPr/>
            <p:nvPr/>
          </p:nvSpPr>
          <p:spPr bwMode="auto">
            <a:xfrm>
              <a:off x="6006840" y="1746250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1" name="Freeform 372"/>
            <p:cNvSpPr/>
            <p:nvPr/>
          </p:nvSpPr>
          <p:spPr bwMode="auto">
            <a:xfrm>
              <a:off x="5952865" y="18002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2" name="Oval 373"/>
            <p:cNvSpPr>
              <a:spLocks noChangeArrowheads="1"/>
            </p:cNvSpPr>
            <p:nvPr/>
          </p:nvSpPr>
          <p:spPr bwMode="auto">
            <a:xfrm>
              <a:off x="5902065" y="1855788"/>
              <a:ext cx="31750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3" name="Oval 374"/>
            <p:cNvSpPr>
              <a:spLocks noChangeArrowheads="1"/>
            </p:cNvSpPr>
            <p:nvPr/>
          </p:nvSpPr>
          <p:spPr bwMode="auto">
            <a:xfrm>
              <a:off x="5848090" y="19097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4" name="Freeform 375"/>
            <p:cNvSpPr/>
            <p:nvPr/>
          </p:nvSpPr>
          <p:spPr bwMode="auto">
            <a:xfrm>
              <a:off x="5792528" y="196056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5" name="Freeform 376"/>
            <p:cNvSpPr/>
            <p:nvPr/>
          </p:nvSpPr>
          <p:spPr bwMode="auto">
            <a:xfrm>
              <a:off x="5738553" y="20145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6" name="Freeform 377"/>
            <p:cNvSpPr/>
            <p:nvPr/>
          </p:nvSpPr>
          <p:spPr bwMode="auto">
            <a:xfrm>
              <a:off x="6714865" y="95091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7" name="Freeform 378"/>
            <p:cNvSpPr/>
            <p:nvPr/>
          </p:nvSpPr>
          <p:spPr bwMode="auto">
            <a:xfrm>
              <a:off x="6662478" y="1004888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8" name="Oval 379"/>
            <p:cNvSpPr>
              <a:spLocks noChangeArrowheads="1"/>
            </p:cNvSpPr>
            <p:nvPr/>
          </p:nvSpPr>
          <p:spPr bwMode="auto">
            <a:xfrm>
              <a:off x="6610090" y="10588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9" name="Oval 380"/>
            <p:cNvSpPr>
              <a:spLocks noChangeArrowheads="1"/>
            </p:cNvSpPr>
            <p:nvPr/>
          </p:nvSpPr>
          <p:spPr bwMode="auto">
            <a:xfrm>
              <a:off x="6556115" y="1112838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0" name="Freeform 381"/>
            <p:cNvSpPr/>
            <p:nvPr/>
          </p:nvSpPr>
          <p:spPr bwMode="auto">
            <a:xfrm>
              <a:off x="6500553" y="11652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1" name="Freeform 382"/>
            <p:cNvSpPr/>
            <p:nvPr/>
          </p:nvSpPr>
          <p:spPr bwMode="auto">
            <a:xfrm>
              <a:off x="6446578" y="12192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2" name="Freeform 383"/>
            <p:cNvSpPr/>
            <p:nvPr/>
          </p:nvSpPr>
          <p:spPr bwMode="auto">
            <a:xfrm>
              <a:off x="6392603" y="12731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3" name="Freeform 384"/>
            <p:cNvSpPr/>
            <p:nvPr/>
          </p:nvSpPr>
          <p:spPr bwMode="auto">
            <a:xfrm>
              <a:off x="6340215" y="1327150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4" name="Freeform 385"/>
            <p:cNvSpPr/>
            <p:nvPr/>
          </p:nvSpPr>
          <p:spPr bwMode="auto">
            <a:xfrm>
              <a:off x="6286240" y="1379538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5" name="Oval 386"/>
            <p:cNvSpPr>
              <a:spLocks noChangeArrowheads="1"/>
            </p:cNvSpPr>
            <p:nvPr/>
          </p:nvSpPr>
          <p:spPr bwMode="auto">
            <a:xfrm>
              <a:off x="6233853" y="14351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6" name="Freeform 387"/>
            <p:cNvSpPr/>
            <p:nvPr/>
          </p:nvSpPr>
          <p:spPr bwMode="auto">
            <a:xfrm>
              <a:off x="6178290" y="14874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7" name="Freeform 388"/>
            <p:cNvSpPr/>
            <p:nvPr/>
          </p:nvSpPr>
          <p:spPr bwMode="auto">
            <a:xfrm>
              <a:off x="6124315" y="154146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8" name="Freeform 389"/>
            <p:cNvSpPr/>
            <p:nvPr/>
          </p:nvSpPr>
          <p:spPr bwMode="auto">
            <a:xfrm>
              <a:off x="6070340" y="159543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9" name="Freeform 390"/>
            <p:cNvSpPr/>
            <p:nvPr/>
          </p:nvSpPr>
          <p:spPr bwMode="auto">
            <a:xfrm>
              <a:off x="6016365" y="164941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0" name="Freeform 391"/>
            <p:cNvSpPr/>
            <p:nvPr/>
          </p:nvSpPr>
          <p:spPr bwMode="auto">
            <a:xfrm>
              <a:off x="5963978" y="1701800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1" name="Freeform 392"/>
            <p:cNvSpPr/>
            <p:nvPr/>
          </p:nvSpPr>
          <p:spPr bwMode="auto">
            <a:xfrm>
              <a:off x="5910003" y="1755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2" name="Freeform 393"/>
            <p:cNvSpPr/>
            <p:nvPr/>
          </p:nvSpPr>
          <p:spPr bwMode="auto">
            <a:xfrm>
              <a:off x="5856028" y="180975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3" name="Freeform 394"/>
            <p:cNvSpPr/>
            <p:nvPr/>
          </p:nvSpPr>
          <p:spPr bwMode="auto">
            <a:xfrm>
              <a:off x="5802053" y="18637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4" name="Freeform 395"/>
            <p:cNvSpPr/>
            <p:nvPr/>
          </p:nvSpPr>
          <p:spPr bwMode="auto">
            <a:xfrm>
              <a:off x="5748078" y="19177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5" name="Oval 396"/>
            <p:cNvSpPr>
              <a:spLocks noChangeArrowheads="1"/>
            </p:cNvSpPr>
            <p:nvPr/>
          </p:nvSpPr>
          <p:spPr bwMode="auto">
            <a:xfrm>
              <a:off x="5695690" y="19732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6" name="Freeform 397"/>
            <p:cNvSpPr/>
            <p:nvPr/>
          </p:nvSpPr>
          <p:spPr bwMode="auto">
            <a:xfrm>
              <a:off x="6672003" y="9064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7" name="Freeform 398"/>
            <p:cNvSpPr/>
            <p:nvPr/>
          </p:nvSpPr>
          <p:spPr bwMode="auto">
            <a:xfrm>
              <a:off x="6618028" y="960438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8" name="Oval 399"/>
            <p:cNvSpPr>
              <a:spLocks noChangeArrowheads="1"/>
            </p:cNvSpPr>
            <p:nvPr/>
          </p:nvSpPr>
          <p:spPr bwMode="auto">
            <a:xfrm>
              <a:off x="6565640" y="10160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9" name="Oval 400"/>
            <p:cNvSpPr>
              <a:spLocks noChangeArrowheads="1"/>
            </p:cNvSpPr>
            <p:nvPr/>
          </p:nvSpPr>
          <p:spPr bwMode="auto">
            <a:xfrm>
              <a:off x="6511665" y="1069975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0" name="Freeform 401"/>
            <p:cNvSpPr/>
            <p:nvPr/>
          </p:nvSpPr>
          <p:spPr bwMode="auto">
            <a:xfrm>
              <a:off x="6456103" y="1120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1" name="Freeform 402"/>
            <p:cNvSpPr/>
            <p:nvPr/>
          </p:nvSpPr>
          <p:spPr bwMode="auto">
            <a:xfrm>
              <a:off x="6403715" y="1174750"/>
              <a:ext cx="34925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2" name="Freeform 403"/>
            <p:cNvSpPr/>
            <p:nvPr/>
          </p:nvSpPr>
          <p:spPr bwMode="auto">
            <a:xfrm>
              <a:off x="6349740" y="12287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3" name="Freeform 404"/>
            <p:cNvSpPr/>
            <p:nvPr/>
          </p:nvSpPr>
          <p:spPr bwMode="auto">
            <a:xfrm>
              <a:off x="6295765" y="1282700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4" name="Freeform 405"/>
            <p:cNvSpPr/>
            <p:nvPr/>
          </p:nvSpPr>
          <p:spPr bwMode="auto">
            <a:xfrm>
              <a:off x="6241790" y="13366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grpSp>
          <p:nvGrpSpPr>
            <p:cNvPr id="315" name="Group 607"/>
            <p:cNvGrpSpPr/>
            <p:nvPr/>
          </p:nvGrpSpPr>
          <p:grpSpPr bwMode="auto">
            <a:xfrm>
              <a:off x="5255952" y="468313"/>
              <a:ext cx="1408113" cy="1493838"/>
              <a:chOff x="3702" y="295"/>
              <a:chExt cx="887" cy="941"/>
            </a:xfrm>
            <a:grpFill/>
          </p:grpSpPr>
          <p:sp>
            <p:nvSpPr>
              <p:cNvPr id="327" name="Freeform 407"/>
              <p:cNvSpPr/>
              <p:nvPr/>
            </p:nvSpPr>
            <p:spPr bwMode="auto">
              <a:xfrm>
                <a:off x="4289" y="876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28" name="Freeform 408"/>
              <p:cNvSpPr/>
              <p:nvPr/>
            </p:nvSpPr>
            <p:spPr bwMode="auto">
              <a:xfrm>
                <a:off x="4255" y="910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29" name="Freeform 409"/>
              <p:cNvSpPr/>
              <p:nvPr/>
            </p:nvSpPr>
            <p:spPr bwMode="auto">
              <a:xfrm>
                <a:off x="4222" y="943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30" name="Freeform 410"/>
              <p:cNvSpPr/>
              <p:nvPr/>
            </p:nvSpPr>
            <p:spPr bwMode="auto">
              <a:xfrm>
                <a:off x="4188" y="97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31" name="Freeform 411"/>
              <p:cNvSpPr/>
              <p:nvPr/>
            </p:nvSpPr>
            <p:spPr bwMode="auto">
              <a:xfrm>
                <a:off x="4154" y="101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32" name="Freeform 412"/>
              <p:cNvSpPr/>
              <p:nvPr/>
            </p:nvSpPr>
            <p:spPr bwMode="auto">
              <a:xfrm>
                <a:off x="4120" y="1045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33" name="Freeform 413"/>
              <p:cNvSpPr/>
              <p:nvPr/>
            </p:nvSpPr>
            <p:spPr bwMode="auto">
              <a:xfrm>
                <a:off x="4086" y="107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34" name="Freeform 414"/>
              <p:cNvSpPr/>
              <p:nvPr/>
            </p:nvSpPr>
            <p:spPr bwMode="auto">
              <a:xfrm>
                <a:off x="4052" y="1113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35" name="Freeform 415"/>
              <p:cNvSpPr/>
              <p:nvPr/>
            </p:nvSpPr>
            <p:spPr bwMode="auto">
              <a:xfrm>
                <a:off x="4019" y="1146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36" name="Freeform 416"/>
              <p:cNvSpPr/>
              <p:nvPr/>
            </p:nvSpPr>
            <p:spPr bwMode="auto">
              <a:xfrm>
                <a:off x="3985" y="118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37" name="Oval 417"/>
              <p:cNvSpPr>
                <a:spLocks noChangeArrowheads="1"/>
              </p:cNvSpPr>
              <p:nvPr/>
            </p:nvSpPr>
            <p:spPr bwMode="auto">
              <a:xfrm>
                <a:off x="3952" y="121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38" name="Freeform 418"/>
              <p:cNvSpPr/>
              <p:nvPr/>
            </p:nvSpPr>
            <p:spPr bwMode="auto">
              <a:xfrm>
                <a:off x="4566" y="544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39" name="Freeform 419"/>
              <p:cNvSpPr/>
              <p:nvPr/>
            </p:nvSpPr>
            <p:spPr bwMode="auto">
              <a:xfrm>
                <a:off x="4532" y="57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40" name="Freeform 420"/>
              <p:cNvSpPr/>
              <p:nvPr/>
            </p:nvSpPr>
            <p:spPr bwMode="auto">
              <a:xfrm>
                <a:off x="4498" y="61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41" name="Freeform 421"/>
              <p:cNvSpPr/>
              <p:nvPr/>
            </p:nvSpPr>
            <p:spPr bwMode="auto">
              <a:xfrm>
                <a:off x="4465" y="645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42" name="Freeform 422"/>
              <p:cNvSpPr/>
              <p:nvPr/>
            </p:nvSpPr>
            <p:spPr bwMode="auto">
              <a:xfrm>
                <a:off x="4431" y="67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43" name="Oval 423"/>
              <p:cNvSpPr>
                <a:spLocks noChangeArrowheads="1"/>
              </p:cNvSpPr>
              <p:nvPr/>
            </p:nvSpPr>
            <p:spPr bwMode="auto">
              <a:xfrm>
                <a:off x="4398" y="714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44" name="Freeform 424"/>
              <p:cNvSpPr/>
              <p:nvPr/>
            </p:nvSpPr>
            <p:spPr bwMode="auto">
              <a:xfrm>
                <a:off x="4363" y="747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45" name="Freeform 425"/>
              <p:cNvSpPr/>
              <p:nvPr/>
            </p:nvSpPr>
            <p:spPr bwMode="auto">
              <a:xfrm>
                <a:off x="4329" y="78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46" name="Freeform 426"/>
              <p:cNvSpPr/>
              <p:nvPr/>
            </p:nvSpPr>
            <p:spPr bwMode="auto">
              <a:xfrm>
                <a:off x="4295" y="81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47" name="Freeform 427"/>
              <p:cNvSpPr/>
              <p:nvPr/>
            </p:nvSpPr>
            <p:spPr bwMode="auto">
              <a:xfrm>
                <a:off x="4262" y="84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48" name="Freeform 428"/>
              <p:cNvSpPr/>
              <p:nvPr/>
            </p:nvSpPr>
            <p:spPr bwMode="auto">
              <a:xfrm>
                <a:off x="4228" y="882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49" name="Oval 429"/>
              <p:cNvSpPr>
                <a:spLocks noChangeArrowheads="1"/>
              </p:cNvSpPr>
              <p:nvPr/>
            </p:nvSpPr>
            <p:spPr bwMode="auto">
              <a:xfrm>
                <a:off x="4195" y="91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50" name="Oval 430"/>
              <p:cNvSpPr>
                <a:spLocks noChangeArrowheads="1"/>
              </p:cNvSpPr>
              <p:nvPr/>
            </p:nvSpPr>
            <p:spPr bwMode="auto">
              <a:xfrm>
                <a:off x="4161" y="951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51" name="Freeform 431"/>
              <p:cNvSpPr/>
              <p:nvPr/>
            </p:nvSpPr>
            <p:spPr bwMode="auto">
              <a:xfrm>
                <a:off x="4126" y="98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52" name="Freeform 432"/>
              <p:cNvSpPr/>
              <p:nvPr/>
            </p:nvSpPr>
            <p:spPr bwMode="auto">
              <a:xfrm>
                <a:off x="4092" y="101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53" name="Freeform 433"/>
              <p:cNvSpPr/>
              <p:nvPr/>
            </p:nvSpPr>
            <p:spPr bwMode="auto">
              <a:xfrm>
                <a:off x="4059" y="105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54" name="Freeform 434"/>
              <p:cNvSpPr/>
              <p:nvPr/>
            </p:nvSpPr>
            <p:spPr bwMode="auto">
              <a:xfrm>
                <a:off x="4025" y="1085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55" name="Freeform 435"/>
              <p:cNvSpPr/>
              <p:nvPr/>
            </p:nvSpPr>
            <p:spPr bwMode="auto">
              <a:xfrm>
                <a:off x="3991" y="111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56" name="Freeform 436"/>
              <p:cNvSpPr/>
              <p:nvPr/>
            </p:nvSpPr>
            <p:spPr bwMode="auto">
              <a:xfrm>
                <a:off x="3957" y="1153"/>
                <a:ext cx="23" cy="22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57" name="Freeform 437"/>
              <p:cNvSpPr/>
              <p:nvPr/>
            </p:nvSpPr>
            <p:spPr bwMode="auto">
              <a:xfrm>
                <a:off x="3923" y="118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58" name="Freeform 438"/>
              <p:cNvSpPr/>
              <p:nvPr/>
            </p:nvSpPr>
            <p:spPr bwMode="auto">
              <a:xfrm>
                <a:off x="4539" y="51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59" name="Freeform 439"/>
              <p:cNvSpPr/>
              <p:nvPr/>
            </p:nvSpPr>
            <p:spPr bwMode="auto">
              <a:xfrm>
                <a:off x="4505" y="550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60" name="Freeform 440"/>
              <p:cNvSpPr/>
              <p:nvPr/>
            </p:nvSpPr>
            <p:spPr bwMode="auto">
              <a:xfrm>
                <a:off x="4471" y="58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61" name="Freeform 441"/>
              <p:cNvSpPr/>
              <p:nvPr/>
            </p:nvSpPr>
            <p:spPr bwMode="auto">
              <a:xfrm>
                <a:off x="4437" y="61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62" name="Freeform 442"/>
              <p:cNvSpPr/>
              <p:nvPr/>
            </p:nvSpPr>
            <p:spPr bwMode="auto">
              <a:xfrm>
                <a:off x="4403" y="65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63" name="Oval 443"/>
              <p:cNvSpPr>
                <a:spLocks noChangeArrowheads="1"/>
              </p:cNvSpPr>
              <p:nvPr/>
            </p:nvSpPr>
            <p:spPr bwMode="auto">
              <a:xfrm>
                <a:off x="4370" y="68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64" name="Oval 444"/>
              <p:cNvSpPr>
                <a:spLocks noChangeArrowheads="1"/>
              </p:cNvSpPr>
              <p:nvPr/>
            </p:nvSpPr>
            <p:spPr bwMode="auto">
              <a:xfrm>
                <a:off x="4337" y="72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65" name="Freeform 445"/>
              <p:cNvSpPr/>
              <p:nvPr/>
            </p:nvSpPr>
            <p:spPr bwMode="auto">
              <a:xfrm>
                <a:off x="4302" y="753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66" name="Freeform 446"/>
              <p:cNvSpPr/>
              <p:nvPr/>
            </p:nvSpPr>
            <p:spPr bwMode="auto">
              <a:xfrm>
                <a:off x="4268" y="787"/>
                <a:ext cx="23" cy="22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67" name="Freeform 447"/>
              <p:cNvSpPr/>
              <p:nvPr/>
            </p:nvSpPr>
            <p:spPr bwMode="auto">
              <a:xfrm>
                <a:off x="4234" y="82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68" name="Freeform 448"/>
              <p:cNvSpPr/>
              <p:nvPr/>
            </p:nvSpPr>
            <p:spPr bwMode="auto">
              <a:xfrm>
                <a:off x="4200" y="85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69" name="Freeform 449"/>
              <p:cNvSpPr/>
              <p:nvPr/>
            </p:nvSpPr>
            <p:spPr bwMode="auto">
              <a:xfrm>
                <a:off x="4166" y="8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70" name="Freeform 450"/>
              <p:cNvSpPr/>
              <p:nvPr/>
            </p:nvSpPr>
            <p:spPr bwMode="auto">
              <a:xfrm>
                <a:off x="4133" y="922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71" name="Freeform 451"/>
              <p:cNvSpPr/>
              <p:nvPr/>
            </p:nvSpPr>
            <p:spPr bwMode="auto">
              <a:xfrm>
                <a:off x="4099" y="95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72" name="Freeform 452"/>
              <p:cNvSpPr/>
              <p:nvPr/>
            </p:nvSpPr>
            <p:spPr bwMode="auto">
              <a:xfrm>
                <a:off x="4065" y="990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6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73" name="Freeform 453"/>
              <p:cNvSpPr/>
              <p:nvPr/>
            </p:nvSpPr>
            <p:spPr bwMode="auto">
              <a:xfrm>
                <a:off x="4031" y="102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74" name="Freeform 454"/>
              <p:cNvSpPr/>
              <p:nvPr/>
            </p:nvSpPr>
            <p:spPr bwMode="auto">
              <a:xfrm>
                <a:off x="3997" y="1057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75" name="Freeform 455"/>
              <p:cNvSpPr/>
              <p:nvPr/>
            </p:nvSpPr>
            <p:spPr bwMode="auto">
              <a:xfrm>
                <a:off x="3963" y="10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76" name="Freeform 456"/>
              <p:cNvSpPr/>
              <p:nvPr/>
            </p:nvSpPr>
            <p:spPr bwMode="auto">
              <a:xfrm>
                <a:off x="3929" y="112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77" name="Freeform 457"/>
              <p:cNvSpPr/>
              <p:nvPr/>
            </p:nvSpPr>
            <p:spPr bwMode="auto">
              <a:xfrm>
                <a:off x="3896" y="1159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78" name="Freeform 458"/>
              <p:cNvSpPr/>
              <p:nvPr/>
            </p:nvSpPr>
            <p:spPr bwMode="auto">
              <a:xfrm>
                <a:off x="4511" y="4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79" name="Freeform 459"/>
              <p:cNvSpPr/>
              <p:nvPr/>
            </p:nvSpPr>
            <p:spPr bwMode="auto">
              <a:xfrm>
                <a:off x="4477" y="52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80" name="Freeform 460"/>
              <p:cNvSpPr/>
              <p:nvPr/>
            </p:nvSpPr>
            <p:spPr bwMode="auto">
              <a:xfrm>
                <a:off x="4443" y="556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81" name="Freeform 461"/>
              <p:cNvSpPr/>
              <p:nvPr/>
            </p:nvSpPr>
            <p:spPr bwMode="auto">
              <a:xfrm>
                <a:off x="4409" y="590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82" name="Freeform 462"/>
              <p:cNvSpPr/>
              <p:nvPr/>
            </p:nvSpPr>
            <p:spPr bwMode="auto">
              <a:xfrm>
                <a:off x="4376" y="624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83" name="Freeform 463"/>
              <p:cNvSpPr/>
              <p:nvPr/>
            </p:nvSpPr>
            <p:spPr bwMode="auto">
              <a:xfrm>
                <a:off x="4342" y="65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84" name="Freeform 464"/>
              <p:cNvSpPr/>
              <p:nvPr/>
            </p:nvSpPr>
            <p:spPr bwMode="auto">
              <a:xfrm>
                <a:off x="4308" y="6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85" name="Freeform 465"/>
              <p:cNvSpPr/>
              <p:nvPr/>
            </p:nvSpPr>
            <p:spPr bwMode="auto">
              <a:xfrm>
                <a:off x="4274" y="725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86" name="Freeform 466"/>
              <p:cNvSpPr/>
              <p:nvPr/>
            </p:nvSpPr>
            <p:spPr bwMode="auto">
              <a:xfrm>
                <a:off x="4240" y="75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87" name="Freeform 467"/>
              <p:cNvSpPr/>
              <p:nvPr/>
            </p:nvSpPr>
            <p:spPr bwMode="auto">
              <a:xfrm>
                <a:off x="4206" y="793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88" name="Freeform 468"/>
              <p:cNvSpPr/>
              <p:nvPr/>
            </p:nvSpPr>
            <p:spPr bwMode="auto">
              <a:xfrm>
                <a:off x="4173" y="827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89" name="Freeform 469"/>
              <p:cNvSpPr/>
              <p:nvPr/>
            </p:nvSpPr>
            <p:spPr bwMode="auto">
              <a:xfrm>
                <a:off x="4139" y="86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90" name="Freeform 470"/>
              <p:cNvSpPr/>
              <p:nvPr/>
            </p:nvSpPr>
            <p:spPr bwMode="auto">
              <a:xfrm>
                <a:off x="4105" y="89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91" name="Oval 471"/>
              <p:cNvSpPr>
                <a:spLocks noChangeArrowheads="1"/>
              </p:cNvSpPr>
              <p:nvPr/>
            </p:nvSpPr>
            <p:spPr bwMode="auto">
              <a:xfrm>
                <a:off x="4072" y="92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92" name="Oval 472"/>
              <p:cNvSpPr>
                <a:spLocks noChangeArrowheads="1"/>
              </p:cNvSpPr>
              <p:nvPr/>
            </p:nvSpPr>
            <p:spPr bwMode="auto">
              <a:xfrm>
                <a:off x="4038" y="96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93" name="Freeform 473"/>
              <p:cNvSpPr/>
              <p:nvPr/>
            </p:nvSpPr>
            <p:spPr bwMode="auto">
              <a:xfrm>
                <a:off x="4003" y="99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94" name="Freeform 474"/>
              <p:cNvSpPr/>
              <p:nvPr/>
            </p:nvSpPr>
            <p:spPr bwMode="auto">
              <a:xfrm>
                <a:off x="3970" y="103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95" name="Freeform 475"/>
              <p:cNvSpPr/>
              <p:nvPr/>
            </p:nvSpPr>
            <p:spPr bwMode="auto">
              <a:xfrm>
                <a:off x="3936" y="1064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96" name="Freeform 476"/>
              <p:cNvSpPr/>
              <p:nvPr/>
            </p:nvSpPr>
            <p:spPr bwMode="auto">
              <a:xfrm>
                <a:off x="3902" y="109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97" name="Freeform 477"/>
              <p:cNvSpPr/>
              <p:nvPr/>
            </p:nvSpPr>
            <p:spPr bwMode="auto">
              <a:xfrm>
                <a:off x="3868" y="113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98" name="Freeform 478"/>
              <p:cNvSpPr/>
              <p:nvPr/>
            </p:nvSpPr>
            <p:spPr bwMode="auto">
              <a:xfrm>
                <a:off x="4483" y="46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399" name="Freeform 479"/>
              <p:cNvSpPr/>
              <p:nvPr/>
            </p:nvSpPr>
            <p:spPr bwMode="auto">
              <a:xfrm>
                <a:off x="4450" y="495"/>
                <a:ext cx="22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00" name="Freeform 480"/>
              <p:cNvSpPr/>
              <p:nvPr/>
            </p:nvSpPr>
            <p:spPr bwMode="auto">
              <a:xfrm>
                <a:off x="4416" y="52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01" name="Freeform 481"/>
              <p:cNvSpPr/>
              <p:nvPr/>
            </p:nvSpPr>
            <p:spPr bwMode="auto">
              <a:xfrm>
                <a:off x="4382" y="56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02" name="Freeform 482"/>
              <p:cNvSpPr/>
              <p:nvPr/>
            </p:nvSpPr>
            <p:spPr bwMode="auto">
              <a:xfrm>
                <a:off x="4348" y="596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03" name="Freeform 483"/>
              <p:cNvSpPr/>
              <p:nvPr/>
            </p:nvSpPr>
            <p:spPr bwMode="auto">
              <a:xfrm>
                <a:off x="4314" y="6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04" name="Freeform 484"/>
              <p:cNvSpPr/>
              <p:nvPr/>
            </p:nvSpPr>
            <p:spPr bwMode="auto">
              <a:xfrm>
                <a:off x="4280" y="66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05" name="Freeform 485"/>
              <p:cNvSpPr/>
              <p:nvPr/>
            </p:nvSpPr>
            <p:spPr bwMode="auto">
              <a:xfrm>
                <a:off x="4246" y="698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06" name="Oval 486"/>
              <p:cNvSpPr>
                <a:spLocks noChangeArrowheads="1"/>
              </p:cNvSpPr>
              <p:nvPr/>
            </p:nvSpPr>
            <p:spPr bwMode="auto">
              <a:xfrm>
                <a:off x="4214" y="73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07" name="Freeform 487"/>
              <p:cNvSpPr/>
              <p:nvPr/>
            </p:nvSpPr>
            <p:spPr bwMode="auto">
              <a:xfrm>
                <a:off x="4179" y="76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08" name="Freeform 488"/>
              <p:cNvSpPr/>
              <p:nvPr/>
            </p:nvSpPr>
            <p:spPr bwMode="auto">
              <a:xfrm>
                <a:off x="4145" y="79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09" name="Freeform 489"/>
              <p:cNvSpPr/>
              <p:nvPr/>
            </p:nvSpPr>
            <p:spPr bwMode="auto">
              <a:xfrm>
                <a:off x="4111" y="83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10" name="Freeform 490"/>
              <p:cNvSpPr/>
              <p:nvPr/>
            </p:nvSpPr>
            <p:spPr bwMode="auto">
              <a:xfrm>
                <a:off x="4077" y="86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11" name="Freeform 491"/>
              <p:cNvSpPr/>
              <p:nvPr/>
            </p:nvSpPr>
            <p:spPr bwMode="auto">
              <a:xfrm>
                <a:off x="4043" y="90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12" name="Oval 492"/>
              <p:cNvSpPr>
                <a:spLocks noChangeArrowheads="1"/>
              </p:cNvSpPr>
              <p:nvPr/>
            </p:nvSpPr>
            <p:spPr bwMode="auto">
              <a:xfrm>
                <a:off x="4011" y="93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13" name="Freeform 493"/>
              <p:cNvSpPr/>
              <p:nvPr/>
            </p:nvSpPr>
            <p:spPr bwMode="auto">
              <a:xfrm>
                <a:off x="3976" y="96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14" name="Freeform 494"/>
              <p:cNvSpPr/>
              <p:nvPr/>
            </p:nvSpPr>
            <p:spPr bwMode="auto">
              <a:xfrm>
                <a:off x="3942" y="100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15" name="Freeform 495"/>
              <p:cNvSpPr/>
              <p:nvPr/>
            </p:nvSpPr>
            <p:spPr bwMode="auto">
              <a:xfrm>
                <a:off x="3908" y="103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16" name="Freeform 496"/>
              <p:cNvSpPr/>
              <p:nvPr/>
            </p:nvSpPr>
            <p:spPr bwMode="auto">
              <a:xfrm>
                <a:off x="3874" y="107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17" name="Freeform 497"/>
              <p:cNvSpPr/>
              <p:nvPr/>
            </p:nvSpPr>
            <p:spPr bwMode="auto">
              <a:xfrm>
                <a:off x="3840" y="110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18" name="Oval 498"/>
              <p:cNvSpPr>
                <a:spLocks noChangeArrowheads="1"/>
              </p:cNvSpPr>
              <p:nvPr/>
            </p:nvSpPr>
            <p:spPr bwMode="auto">
              <a:xfrm>
                <a:off x="4457" y="4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19" name="Oval 499"/>
              <p:cNvSpPr>
                <a:spLocks noChangeArrowheads="1"/>
              </p:cNvSpPr>
              <p:nvPr/>
            </p:nvSpPr>
            <p:spPr bwMode="auto">
              <a:xfrm>
                <a:off x="4423" y="46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20" name="Freeform 500"/>
              <p:cNvSpPr/>
              <p:nvPr/>
            </p:nvSpPr>
            <p:spPr bwMode="auto">
              <a:xfrm>
                <a:off x="4388" y="50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21" name="Freeform 501"/>
              <p:cNvSpPr/>
              <p:nvPr/>
            </p:nvSpPr>
            <p:spPr bwMode="auto">
              <a:xfrm>
                <a:off x="4354" y="53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22" name="Freeform 502"/>
              <p:cNvSpPr/>
              <p:nvPr/>
            </p:nvSpPr>
            <p:spPr bwMode="auto">
              <a:xfrm>
                <a:off x="4320" y="56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23" name="Freeform 503"/>
              <p:cNvSpPr/>
              <p:nvPr/>
            </p:nvSpPr>
            <p:spPr bwMode="auto">
              <a:xfrm>
                <a:off x="4287" y="602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24" name="Freeform 504"/>
              <p:cNvSpPr/>
              <p:nvPr/>
            </p:nvSpPr>
            <p:spPr bwMode="auto">
              <a:xfrm>
                <a:off x="4253" y="63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25" name="Freeform 505"/>
              <p:cNvSpPr/>
              <p:nvPr/>
            </p:nvSpPr>
            <p:spPr bwMode="auto">
              <a:xfrm>
                <a:off x="4219" y="67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26" name="Freeform 506"/>
              <p:cNvSpPr/>
              <p:nvPr/>
            </p:nvSpPr>
            <p:spPr bwMode="auto">
              <a:xfrm>
                <a:off x="4185" y="70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27" name="Freeform 507"/>
              <p:cNvSpPr/>
              <p:nvPr/>
            </p:nvSpPr>
            <p:spPr bwMode="auto">
              <a:xfrm>
                <a:off x="4151" y="738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28" name="Freeform 508"/>
              <p:cNvSpPr/>
              <p:nvPr/>
            </p:nvSpPr>
            <p:spPr bwMode="auto">
              <a:xfrm>
                <a:off x="4117" y="771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29" name="Freeform 509"/>
              <p:cNvSpPr/>
              <p:nvPr/>
            </p:nvSpPr>
            <p:spPr bwMode="auto">
              <a:xfrm>
                <a:off x="4084" y="805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30" name="Freeform 510"/>
              <p:cNvSpPr/>
              <p:nvPr/>
            </p:nvSpPr>
            <p:spPr bwMode="auto">
              <a:xfrm>
                <a:off x="4050" y="839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31" name="Freeform 511"/>
              <p:cNvSpPr/>
              <p:nvPr/>
            </p:nvSpPr>
            <p:spPr bwMode="auto">
              <a:xfrm>
                <a:off x="4016" y="8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32" name="Freeform 512"/>
              <p:cNvSpPr/>
              <p:nvPr/>
            </p:nvSpPr>
            <p:spPr bwMode="auto">
              <a:xfrm>
                <a:off x="3982" y="90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33" name="Freeform 513"/>
              <p:cNvSpPr/>
              <p:nvPr/>
            </p:nvSpPr>
            <p:spPr bwMode="auto">
              <a:xfrm>
                <a:off x="3948" y="94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34" name="Oval 514"/>
              <p:cNvSpPr>
                <a:spLocks noChangeArrowheads="1"/>
              </p:cNvSpPr>
              <p:nvPr/>
            </p:nvSpPr>
            <p:spPr bwMode="auto">
              <a:xfrm>
                <a:off x="3915" y="976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35" name="Oval 515"/>
              <p:cNvSpPr>
                <a:spLocks noChangeArrowheads="1"/>
              </p:cNvSpPr>
              <p:nvPr/>
            </p:nvSpPr>
            <p:spPr bwMode="auto">
              <a:xfrm>
                <a:off x="3882" y="100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36" name="Freeform 516"/>
              <p:cNvSpPr/>
              <p:nvPr/>
            </p:nvSpPr>
            <p:spPr bwMode="auto">
              <a:xfrm>
                <a:off x="3847" y="1042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37" name="Freeform 517"/>
              <p:cNvSpPr/>
              <p:nvPr/>
            </p:nvSpPr>
            <p:spPr bwMode="auto">
              <a:xfrm>
                <a:off x="3813" y="10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38" name="Oval 518"/>
              <p:cNvSpPr>
                <a:spLocks noChangeArrowheads="1"/>
              </p:cNvSpPr>
              <p:nvPr/>
            </p:nvSpPr>
            <p:spPr bwMode="auto">
              <a:xfrm>
                <a:off x="4429" y="4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39" name="Freeform 519"/>
              <p:cNvSpPr/>
              <p:nvPr/>
            </p:nvSpPr>
            <p:spPr bwMode="auto">
              <a:xfrm>
                <a:off x="4394" y="43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40" name="Freeform 520"/>
              <p:cNvSpPr/>
              <p:nvPr/>
            </p:nvSpPr>
            <p:spPr bwMode="auto">
              <a:xfrm>
                <a:off x="4360" y="4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41" name="Freeform 521"/>
              <p:cNvSpPr/>
              <p:nvPr/>
            </p:nvSpPr>
            <p:spPr bwMode="auto">
              <a:xfrm>
                <a:off x="4327" y="507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42" name="Freeform 522"/>
              <p:cNvSpPr/>
              <p:nvPr/>
            </p:nvSpPr>
            <p:spPr bwMode="auto">
              <a:xfrm>
                <a:off x="4293" y="54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43" name="Freeform 523"/>
              <p:cNvSpPr/>
              <p:nvPr/>
            </p:nvSpPr>
            <p:spPr bwMode="auto">
              <a:xfrm>
                <a:off x="4259" y="57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44" name="Freeform 524"/>
              <p:cNvSpPr/>
              <p:nvPr/>
            </p:nvSpPr>
            <p:spPr bwMode="auto">
              <a:xfrm>
                <a:off x="4225" y="60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45" name="Freeform 525"/>
              <p:cNvSpPr/>
              <p:nvPr/>
            </p:nvSpPr>
            <p:spPr bwMode="auto">
              <a:xfrm>
                <a:off x="4191" y="64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46" name="Freeform 526"/>
              <p:cNvSpPr/>
              <p:nvPr/>
            </p:nvSpPr>
            <p:spPr bwMode="auto">
              <a:xfrm>
                <a:off x="4157" y="6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47" name="Freeform 527"/>
              <p:cNvSpPr/>
              <p:nvPr/>
            </p:nvSpPr>
            <p:spPr bwMode="auto">
              <a:xfrm>
                <a:off x="4124" y="710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48" name="Freeform 528"/>
              <p:cNvSpPr/>
              <p:nvPr/>
            </p:nvSpPr>
            <p:spPr bwMode="auto">
              <a:xfrm>
                <a:off x="4090" y="74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49" name="Freeform 529"/>
              <p:cNvSpPr/>
              <p:nvPr/>
            </p:nvSpPr>
            <p:spPr bwMode="auto">
              <a:xfrm>
                <a:off x="4056" y="77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50" name="Freeform 530"/>
              <p:cNvSpPr/>
              <p:nvPr/>
            </p:nvSpPr>
            <p:spPr bwMode="auto">
              <a:xfrm>
                <a:off x="4022" y="812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51" name="Freeform 531"/>
              <p:cNvSpPr/>
              <p:nvPr/>
            </p:nvSpPr>
            <p:spPr bwMode="auto">
              <a:xfrm>
                <a:off x="3988" y="845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52" name="Freeform 532"/>
              <p:cNvSpPr/>
              <p:nvPr/>
            </p:nvSpPr>
            <p:spPr bwMode="auto">
              <a:xfrm>
                <a:off x="3954" y="87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53" name="Freeform 533"/>
              <p:cNvSpPr/>
              <p:nvPr/>
            </p:nvSpPr>
            <p:spPr bwMode="auto">
              <a:xfrm>
                <a:off x="3921" y="913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54" name="Oval 534"/>
              <p:cNvSpPr>
                <a:spLocks noChangeArrowheads="1"/>
              </p:cNvSpPr>
              <p:nvPr/>
            </p:nvSpPr>
            <p:spPr bwMode="auto">
              <a:xfrm>
                <a:off x="3888" y="9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55" name="Oval 535"/>
              <p:cNvSpPr>
                <a:spLocks noChangeArrowheads="1"/>
              </p:cNvSpPr>
              <p:nvPr/>
            </p:nvSpPr>
            <p:spPr bwMode="auto">
              <a:xfrm>
                <a:off x="3854" y="98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56" name="Freeform 536"/>
              <p:cNvSpPr/>
              <p:nvPr/>
            </p:nvSpPr>
            <p:spPr bwMode="auto">
              <a:xfrm>
                <a:off x="3819" y="1015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57" name="Freeform 537"/>
              <p:cNvSpPr/>
              <p:nvPr/>
            </p:nvSpPr>
            <p:spPr bwMode="auto">
              <a:xfrm>
                <a:off x="3785" y="104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58" name="Freeform 538"/>
              <p:cNvSpPr/>
              <p:nvPr/>
            </p:nvSpPr>
            <p:spPr bwMode="auto">
              <a:xfrm>
                <a:off x="4401" y="37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59" name="Freeform 539"/>
              <p:cNvSpPr/>
              <p:nvPr/>
            </p:nvSpPr>
            <p:spPr bwMode="auto">
              <a:xfrm>
                <a:off x="4367" y="41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60" name="Oval 540"/>
              <p:cNvSpPr>
                <a:spLocks noChangeArrowheads="1"/>
              </p:cNvSpPr>
              <p:nvPr/>
            </p:nvSpPr>
            <p:spPr bwMode="auto">
              <a:xfrm>
                <a:off x="4334" y="447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61" name="Oval 541"/>
              <p:cNvSpPr>
                <a:spLocks noChangeArrowheads="1"/>
              </p:cNvSpPr>
              <p:nvPr/>
            </p:nvSpPr>
            <p:spPr bwMode="auto">
              <a:xfrm>
                <a:off x="4300" y="48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62" name="Freeform 542"/>
              <p:cNvSpPr/>
              <p:nvPr/>
            </p:nvSpPr>
            <p:spPr bwMode="auto">
              <a:xfrm>
                <a:off x="4265" y="51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63" name="Freeform 543"/>
              <p:cNvSpPr/>
              <p:nvPr/>
            </p:nvSpPr>
            <p:spPr bwMode="auto">
              <a:xfrm>
                <a:off x="4231" y="54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64" name="Freeform 544"/>
              <p:cNvSpPr/>
              <p:nvPr/>
            </p:nvSpPr>
            <p:spPr bwMode="auto">
              <a:xfrm>
                <a:off x="4198" y="58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65" name="Freeform 545"/>
              <p:cNvSpPr/>
              <p:nvPr/>
            </p:nvSpPr>
            <p:spPr bwMode="auto">
              <a:xfrm>
                <a:off x="4164" y="615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66" name="Freeform 546"/>
              <p:cNvSpPr/>
              <p:nvPr/>
            </p:nvSpPr>
            <p:spPr bwMode="auto">
              <a:xfrm>
                <a:off x="4130" y="649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67" name="Oval 547"/>
              <p:cNvSpPr>
                <a:spLocks noChangeArrowheads="1"/>
              </p:cNvSpPr>
              <p:nvPr/>
            </p:nvSpPr>
            <p:spPr bwMode="auto">
              <a:xfrm>
                <a:off x="4097" y="68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68" name="Freeform 548"/>
              <p:cNvSpPr/>
              <p:nvPr/>
            </p:nvSpPr>
            <p:spPr bwMode="auto">
              <a:xfrm>
                <a:off x="4062" y="71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69" name="Freeform 549"/>
              <p:cNvSpPr/>
              <p:nvPr/>
            </p:nvSpPr>
            <p:spPr bwMode="auto">
              <a:xfrm>
                <a:off x="4028" y="75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70" name="Freeform 550"/>
              <p:cNvSpPr/>
              <p:nvPr/>
            </p:nvSpPr>
            <p:spPr bwMode="auto">
              <a:xfrm>
                <a:off x="3994" y="78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71" name="Freeform 551"/>
              <p:cNvSpPr/>
              <p:nvPr/>
            </p:nvSpPr>
            <p:spPr bwMode="auto">
              <a:xfrm>
                <a:off x="3961" y="818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72" name="Freeform 552"/>
              <p:cNvSpPr/>
              <p:nvPr/>
            </p:nvSpPr>
            <p:spPr bwMode="auto">
              <a:xfrm>
                <a:off x="3927" y="852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73" name="Freeform 553"/>
              <p:cNvSpPr/>
              <p:nvPr/>
            </p:nvSpPr>
            <p:spPr bwMode="auto">
              <a:xfrm>
                <a:off x="3893" y="885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74" name="Freeform 554"/>
              <p:cNvSpPr/>
              <p:nvPr/>
            </p:nvSpPr>
            <p:spPr bwMode="auto">
              <a:xfrm>
                <a:off x="3859" y="9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75" name="Freeform 555"/>
              <p:cNvSpPr/>
              <p:nvPr/>
            </p:nvSpPr>
            <p:spPr bwMode="auto">
              <a:xfrm>
                <a:off x="3825" y="95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76" name="Freeform 556"/>
              <p:cNvSpPr/>
              <p:nvPr/>
            </p:nvSpPr>
            <p:spPr bwMode="auto">
              <a:xfrm>
                <a:off x="3791" y="98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77" name="Oval 557"/>
              <p:cNvSpPr>
                <a:spLocks noChangeArrowheads="1"/>
              </p:cNvSpPr>
              <p:nvPr/>
            </p:nvSpPr>
            <p:spPr bwMode="auto">
              <a:xfrm>
                <a:off x="3759" y="102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78" name="Freeform 558"/>
              <p:cNvSpPr/>
              <p:nvPr/>
            </p:nvSpPr>
            <p:spPr bwMode="auto">
              <a:xfrm>
                <a:off x="4373" y="35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79" name="Freeform 559"/>
              <p:cNvSpPr/>
              <p:nvPr/>
            </p:nvSpPr>
            <p:spPr bwMode="auto">
              <a:xfrm>
                <a:off x="4339" y="38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80" name="Oval 560"/>
              <p:cNvSpPr>
                <a:spLocks noChangeArrowheads="1"/>
              </p:cNvSpPr>
              <p:nvPr/>
            </p:nvSpPr>
            <p:spPr bwMode="auto">
              <a:xfrm>
                <a:off x="4306" y="41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81" name="Oval 561"/>
              <p:cNvSpPr>
                <a:spLocks noChangeArrowheads="1"/>
              </p:cNvSpPr>
              <p:nvPr/>
            </p:nvSpPr>
            <p:spPr bwMode="auto">
              <a:xfrm>
                <a:off x="4272" y="45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82" name="Freeform 562"/>
              <p:cNvSpPr/>
              <p:nvPr/>
            </p:nvSpPr>
            <p:spPr bwMode="auto">
              <a:xfrm>
                <a:off x="4238" y="486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83" name="Freeform 563"/>
              <p:cNvSpPr/>
              <p:nvPr/>
            </p:nvSpPr>
            <p:spPr bwMode="auto">
              <a:xfrm>
                <a:off x="4204" y="5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84" name="Freeform 564"/>
              <p:cNvSpPr/>
              <p:nvPr/>
            </p:nvSpPr>
            <p:spPr bwMode="auto">
              <a:xfrm>
                <a:off x="4170" y="55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85" name="Freeform 565"/>
              <p:cNvSpPr/>
              <p:nvPr/>
            </p:nvSpPr>
            <p:spPr bwMode="auto">
              <a:xfrm>
                <a:off x="4136" y="58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86" name="Freeform 566"/>
              <p:cNvSpPr/>
              <p:nvPr/>
            </p:nvSpPr>
            <p:spPr bwMode="auto">
              <a:xfrm>
                <a:off x="4102" y="62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87" name="Freeform 567"/>
              <p:cNvSpPr/>
              <p:nvPr/>
            </p:nvSpPr>
            <p:spPr bwMode="auto">
              <a:xfrm>
                <a:off x="4068" y="65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88" name="Freeform 568"/>
              <p:cNvSpPr/>
              <p:nvPr/>
            </p:nvSpPr>
            <p:spPr bwMode="auto">
              <a:xfrm>
                <a:off x="4035" y="689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89" name="Freeform 569"/>
              <p:cNvSpPr/>
              <p:nvPr/>
            </p:nvSpPr>
            <p:spPr bwMode="auto">
              <a:xfrm>
                <a:off x="4001" y="722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90" name="Freeform 570"/>
              <p:cNvSpPr/>
              <p:nvPr/>
            </p:nvSpPr>
            <p:spPr bwMode="auto">
              <a:xfrm>
                <a:off x="3967" y="756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91" name="Freeform 571"/>
              <p:cNvSpPr/>
              <p:nvPr/>
            </p:nvSpPr>
            <p:spPr bwMode="auto">
              <a:xfrm>
                <a:off x="3933" y="79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92" name="Freeform 572"/>
              <p:cNvSpPr/>
              <p:nvPr/>
            </p:nvSpPr>
            <p:spPr bwMode="auto">
              <a:xfrm>
                <a:off x="3899" y="82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93" name="Freeform 573"/>
              <p:cNvSpPr/>
              <p:nvPr/>
            </p:nvSpPr>
            <p:spPr bwMode="auto">
              <a:xfrm>
                <a:off x="3865" y="8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94" name="Freeform 574"/>
              <p:cNvSpPr/>
              <p:nvPr/>
            </p:nvSpPr>
            <p:spPr bwMode="auto">
              <a:xfrm>
                <a:off x="3832" y="892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95" name="Freeform 575"/>
              <p:cNvSpPr/>
              <p:nvPr/>
            </p:nvSpPr>
            <p:spPr bwMode="auto">
              <a:xfrm>
                <a:off x="3798" y="92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96" name="Freeform 576"/>
              <p:cNvSpPr/>
              <p:nvPr/>
            </p:nvSpPr>
            <p:spPr bwMode="auto">
              <a:xfrm>
                <a:off x="3764" y="959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97" name="Oval 577"/>
              <p:cNvSpPr>
                <a:spLocks noChangeArrowheads="1"/>
              </p:cNvSpPr>
              <p:nvPr/>
            </p:nvSpPr>
            <p:spPr bwMode="auto">
              <a:xfrm>
                <a:off x="3731" y="99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98" name="Freeform 578"/>
              <p:cNvSpPr/>
              <p:nvPr/>
            </p:nvSpPr>
            <p:spPr bwMode="auto">
              <a:xfrm>
                <a:off x="4345" y="323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499" name="Freeform 579"/>
              <p:cNvSpPr/>
              <p:nvPr/>
            </p:nvSpPr>
            <p:spPr bwMode="auto">
              <a:xfrm>
                <a:off x="4311" y="35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00" name="Freeform 580"/>
              <p:cNvSpPr/>
              <p:nvPr/>
            </p:nvSpPr>
            <p:spPr bwMode="auto">
              <a:xfrm>
                <a:off x="4278" y="39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01" name="Freeform 581"/>
              <p:cNvSpPr/>
              <p:nvPr/>
            </p:nvSpPr>
            <p:spPr bwMode="auto">
              <a:xfrm>
                <a:off x="4244" y="42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02" name="Freeform 582"/>
              <p:cNvSpPr/>
              <p:nvPr/>
            </p:nvSpPr>
            <p:spPr bwMode="auto">
              <a:xfrm>
                <a:off x="4210" y="4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03" name="Oval 583"/>
              <p:cNvSpPr>
                <a:spLocks noChangeArrowheads="1"/>
              </p:cNvSpPr>
              <p:nvPr/>
            </p:nvSpPr>
            <p:spPr bwMode="auto">
              <a:xfrm>
                <a:off x="4177" y="49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04" name="Freeform 584"/>
              <p:cNvSpPr/>
              <p:nvPr/>
            </p:nvSpPr>
            <p:spPr bwMode="auto">
              <a:xfrm>
                <a:off x="4142" y="526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05" name="Freeform 585"/>
              <p:cNvSpPr/>
              <p:nvPr/>
            </p:nvSpPr>
            <p:spPr bwMode="auto">
              <a:xfrm>
                <a:off x="4108" y="560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06" name="Freeform 586"/>
              <p:cNvSpPr/>
              <p:nvPr/>
            </p:nvSpPr>
            <p:spPr bwMode="auto">
              <a:xfrm>
                <a:off x="4075" y="593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07" name="Freeform 587"/>
              <p:cNvSpPr/>
              <p:nvPr/>
            </p:nvSpPr>
            <p:spPr bwMode="auto">
              <a:xfrm>
                <a:off x="4041" y="62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08" name="Freeform 588"/>
              <p:cNvSpPr/>
              <p:nvPr/>
            </p:nvSpPr>
            <p:spPr bwMode="auto">
              <a:xfrm>
                <a:off x="4007" y="661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09" name="Oval 589"/>
              <p:cNvSpPr>
                <a:spLocks noChangeArrowheads="1"/>
              </p:cNvSpPr>
              <p:nvPr/>
            </p:nvSpPr>
            <p:spPr bwMode="auto">
              <a:xfrm>
                <a:off x="3974" y="69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10" name="Oval 590"/>
              <p:cNvSpPr>
                <a:spLocks noChangeArrowheads="1"/>
              </p:cNvSpPr>
              <p:nvPr/>
            </p:nvSpPr>
            <p:spPr bwMode="auto">
              <a:xfrm>
                <a:off x="3940" y="73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11" name="Freeform 591"/>
              <p:cNvSpPr/>
              <p:nvPr/>
            </p:nvSpPr>
            <p:spPr bwMode="auto">
              <a:xfrm>
                <a:off x="3905" y="763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12" name="Freeform 592"/>
              <p:cNvSpPr/>
              <p:nvPr/>
            </p:nvSpPr>
            <p:spPr bwMode="auto">
              <a:xfrm>
                <a:off x="3872" y="796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13" name="Freeform 593"/>
              <p:cNvSpPr/>
              <p:nvPr/>
            </p:nvSpPr>
            <p:spPr bwMode="auto">
              <a:xfrm>
                <a:off x="3838" y="8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14" name="Freeform 594"/>
              <p:cNvSpPr/>
              <p:nvPr/>
            </p:nvSpPr>
            <p:spPr bwMode="auto">
              <a:xfrm>
                <a:off x="3804" y="864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15" name="Freeform 595"/>
              <p:cNvSpPr/>
              <p:nvPr/>
            </p:nvSpPr>
            <p:spPr bwMode="auto">
              <a:xfrm>
                <a:off x="3770" y="89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16" name="Freeform 596"/>
              <p:cNvSpPr/>
              <p:nvPr/>
            </p:nvSpPr>
            <p:spPr bwMode="auto">
              <a:xfrm>
                <a:off x="3736" y="932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17" name="Freeform 597"/>
              <p:cNvSpPr/>
              <p:nvPr/>
            </p:nvSpPr>
            <p:spPr bwMode="auto">
              <a:xfrm>
                <a:off x="3702" y="96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18" name="Freeform 598"/>
              <p:cNvSpPr/>
              <p:nvPr/>
            </p:nvSpPr>
            <p:spPr bwMode="auto">
              <a:xfrm>
                <a:off x="4318" y="29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19" name="Freeform 599"/>
              <p:cNvSpPr/>
              <p:nvPr/>
            </p:nvSpPr>
            <p:spPr bwMode="auto">
              <a:xfrm>
                <a:off x="4284" y="32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20" name="Freeform 600"/>
              <p:cNvSpPr/>
              <p:nvPr/>
            </p:nvSpPr>
            <p:spPr bwMode="auto">
              <a:xfrm>
                <a:off x="4250" y="36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21" name="Freeform 601"/>
              <p:cNvSpPr/>
              <p:nvPr/>
            </p:nvSpPr>
            <p:spPr bwMode="auto">
              <a:xfrm>
                <a:off x="4216" y="397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22" name="Freeform 602"/>
              <p:cNvSpPr/>
              <p:nvPr/>
            </p:nvSpPr>
            <p:spPr bwMode="auto">
              <a:xfrm>
                <a:off x="4182" y="43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23" name="Oval 603"/>
              <p:cNvSpPr>
                <a:spLocks noChangeArrowheads="1"/>
              </p:cNvSpPr>
              <p:nvPr/>
            </p:nvSpPr>
            <p:spPr bwMode="auto">
              <a:xfrm>
                <a:off x="4150" y="46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24" name="Oval 604"/>
              <p:cNvSpPr>
                <a:spLocks noChangeArrowheads="1"/>
              </p:cNvSpPr>
              <p:nvPr/>
            </p:nvSpPr>
            <p:spPr bwMode="auto">
              <a:xfrm>
                <a:off x="4116" y="49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25" name="Freeform 605"/>
              <p:cNvSpPr/>
              <p:nvPr/>
            </p:nvSpPr>
            <p:spPr bwMode="auto">
              <a:xfrm>
                <a:off x="4081" y="53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526" name="Freeform 606"/>
              <p:cNvSpPr/>
              <p:nvPr/>
            </p:nvSpPr>
            <p:spPr bwMode="auto">
              <a:xfrm>
                <a:off x="4047" y="56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</p:grpSp>
        <p:sp>
          <p:nvSpPr>
            <p:cNvPr id="316" name="Freeform 608"/>
            <p:cNvSpPr/>
            <p:nvPr/>
          </p:nvSpPr>
          <p:spPr bwMode="auto">
            <a:xfrm>
              <a:off x="5749665" y="952500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7" name="Freeform 609"/>
            <p:cNvSpPr/>
            <p:nvPr/>
          </p:nvSpPr>
          <p:spPr bwMode="auto">
            <a:xfrm>
              <a:off x="5695690" y="1004888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8" name="Freeform 610"/>
            <p:cNvSpPr/>
            <p:nvPr/>
          </p:nvSpPr>
          <p:spPr bwMode="auto">
            <a:xfrm>
              <a:off x="5643303" y="1058863"/>
              <a:ext cx="34925" cy="36513"/>
            </a:xfrm>
            <a:custGeom>
              <a:avLst/>
              <a:gdLst>
                <a:gd name="T0" fmla="*/ 195 w 1094"/>
                <a:gd name="T1" fmla="*/ 900 h 1094"/>
                <a:gd name="T2" fmla="*/ 195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5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9" name="Freeform 611"/>
            <p:cNvSpPr/>
            <p:nvPr/>
          </p:nvSpPr>
          <p:spPr bwMode="auto">
            <a:xfrm>
              <a:off x="5589328" y="1112838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0" name="Freeform 612"/>
            <p:cNvSpPr/>
            <p:nvPr/>
          </p:nvSpPr>
          <p:spPr bwMode="auto">
            <a:xfrm>
              <a:off x="5535353" y="1166813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1" name="Freeform 613"/>
            <p:cNvSpPr/>
            <p:nvPr/>
          </p:nvSpPr>
          <p:spPr bwMode="auto">
            <a:xfrm>
              <a:off x="5481378" y="12207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2" name="Freeform 614"/>
            <p:cNvSpPr/>
            <p:nvPr/>
          </p:nvSpPr>
          <p:spPr bwMode="auto">
            <a:xfrm>
              <a:off x="5427403" y="127476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3" name="Freeform 615"/>
            <p:cNvSpPr/>
            <p:nvPr/>
          </p:nvSpPr>
          <p:spPr bwMode="auto">
            <a:xfrm>
              <a:off x="5373428" y="132715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4" name="Freeform 616"/>
            <p:cNvSpPr/>
            <p:nvPr/>
          </p:nvSpPr>
          <p:spPr bwMode="auto">
            <a:xfrm>
              <a:off x="5319453" y="1381125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5" name="Freeform 617"/>
            <p:cNvSpPr/>
            <p:nvPr/>
          </p:nvSpPr>
          <p:spPr bwMode="auto">
            <a:xfrm>
              <a:off x="5267065" y="1435100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6" name="Freeform 618"/>
            <p:cNvSpPr/>
            <p:nvPr/>
          </p:nvSpPr>
          <p:spPr bwMode="auto">
            <a:xfrm>
              <a:off x="5213090" y="1489075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>
            <a:spLocks noGrp="1"/>
          </p:cNvSpPr>
          <p:nvPr>
            <p:ph type="title"/>
          </p:nvPr>
        </p:nvSpPr>
        <p:spPr>
          <a:xfrm>
            <a:off x="723900" y="3844151"/>
            <a:ext cx="7696199" cy="74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" name="Freeform 352"/>
          <p:cNvSpPr/>
          <p:nvPr userDrawn="1"/>
        </p:nvSpPr>
        <p:spPr bwMode="auto">
          <a:xfrm flipH="1" flipV="1">
            <a:off x="-605116" y="4164123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s-ES" dirty="0"/>
          </a:p>
        </p:txBody>
      </p:sp>
      <p:grpSp>
        <p:nvGrpSpPr>
          <p:cNvPr id="3" name="Group 283"/>
          <p:cNvGrpSpPr/>
          <p:nvPr userDrawn="1"/>
        </p:nvGrpSpPr>
        <p:grpSpPr>
          <a:xfrm>
            <a:off x="7651434" y="-142378"/>
            <a:ext cx="1658248" cy="1282517"/>
            <a:chOff x="5136226" y="2246221"/>
            <a:chExt cx="1254126" cy="969962"/>
          </a:xfrm>
        </p:grpSpPr>
        <p:sp>
          <p:nvSpPr>
            <p:cNvPr id="4" name="Freeform 353"/>
            <p:cNvSpPr/>
            <p:nvPr/>
          </p:nvSpPr>
          <p:spPr bwMode="auto">
            <a:xfrm>
              <a:off x="5448964" y="2246221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" name="Freeform 354"/>
            <p:cNvSpPr/>
            <p:nvPr/>
          </p:nvSpPr>
          <p:spPr bwMode="auto">
            <a:xfrm>
              <a:off x="5136226" y="2558958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" name="Freeform 355"/>
            <p:cNvSpPr/>
            <p:nvPr/>
          </p:nvSpPr>
          <p:spPr bwMode="auto">
            <a:xfrm>
              <a:off x="5521989" y="2570071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" name="Freeform 356"/>
            <p:cNvSpPr/>
            <p:nvPr/>
          </p:nvSpPr>
          <p:spPr bwMode="auto">
            <a:xfrm>
              <a:off x="5604539" y="2487521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  <p:grpSp>
        <p:nvGrpSpPr>
          <p:cNvPr id="8" name="Group 7"/>
          <p:cNvGrpSpPr/>
          <p:nvPr userDrawn="1"/>
        </p:nvGrpSpPr>
        <p:grpSpPr>
          <a:xfrm>
            <a:off x="-1344947" y="2853552"/>
            <a:ext cx="2090651" cy="2092749"/>
            <a:chOff x="5213090" y="468313"/>
            <a:chExt cx="1581151" cy="1582738"/>
          </a:xfrm>
          <a:solidFill>
            <a:schemeClr val="tx2"/>
          </a:solidFill>
        </p:grpSpPr>
        <p:sp>
          <p:nvSpPr>
            <p:cNvPr id="9" name="Oval 357"/>
            <p:cNvSpPr>
              <a:spLocks noChangeArrowheads="1"/>
            </p:cNvSpPr>
            <p:nvPr/>
          </p:nvSpPr>
          <p:spPr bwMode="auto">
            <a:xfrm>
              <a:off x="6760903" y="9953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0" name="Freeform 358"/>
            <p:cNvSpPr/>
            <p:nvPr/>
          </p:nvSpPr>
          <p:spPr bwMode="auto">
            <a:xfrm>
              <a:off x="6705340" y="104775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1" name="Freeform 359"/>
            <p:cNvSpPr/>
            <p:nvPr/>
          </p:nvSpPr>
          <p:spPr bwMode="auto">
            <a:xfrm>
              <a:off x="6651365" y="1101725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2" name="Freeform 360"/>
            <p:cNvSpPr/>
            <p:nvPr/>
          </p:nvSpPr>
          <p:spPr bwMode="auto">
            <a:xfrm>
              <a:off x="6597390" y="115570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3" name="Freeform 361"/>
            <p:cNvSpPr/>
            <p:nvPr/>
          </p:nvSpPr>
          <p:spPr bwMode="auto">
            <a:xfrm>
              <a:off x="6545003" y="1209675"/>
              <a:ext cx="34925" cy="34925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4" name="Freeform 362"/>
            <p:cNvSpPr/>
            <p:nvPr/>
          </p:nvSpPr>
          <p:spPr bwMode="auto">
            <a:xfrm>
              <a:off x="6491028" y="1263650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5" name="Freeform 363"/>
            <p:cNvSpPr/>
            <p:nvPr/>
          </p:nvSpPr>
          <p:spPr bwMode="auto">
            <a:xfrm>
              <a:off x="6437053" y="13160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6" name="Freeform 364"/>
            <p:cNvSpPr/>
            <p:nvPr/>
          </p:nvSpPr>
          <p:spPr bwMode="auto">
            <a:xfrm>
              <a:off x="6383078" y="137001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7" name="Freeform 365"/>
            <p:cNvSpPr/>
            <p:nvPr/>
          </p:nvSpPr>
          <p:spPr bwMode="auto">
            <a:xfrm>
              <a:off x="6329103" y="1423988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8" name="Freeform 366"/>
            <p:cNvSpPr/>
            <p:nvPr/>
          </p:nvSpPr>
          <p:spPr bwMode="auto">
            <a:xfrm>
              <a:off x="6275128" y="14779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9" name="Freeform 367"/>
            <p:cNvSpPr/>
            <p:nvPr/>
          </p:nvSpPr>
          <p:spPr bwMode="auto">
            <a:xfrm>
              <a:off x="6222740" y="1531938"/>
              <a:ext cx="34925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0" name="Freeform 368"/>
            <p:cNvSpPr/>
            <p:nvPr/>
          </p:nvSpPr>
          <p:spPr bwMode="auto">
            <a:xfrm>
              <a:off x="6168765" y="1585913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1" name="Freeform 369"/>
            <p:cNvSpPr/>
            <p:nvPr/>
          </p:nvSpPr>
          <p:spPr bwMode="auto">
            <a:xfrm>
              <a:off x="6114790" y="163830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2" name="Freeform 370"/>
            <p:cNvSpPr/>
            <p:nvPr/>
          </p:nvSpPr>
          <p:spPr bwMode="auto">
            <a:xfrm>
              <a:off x="6060815" y="16922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3" name="Freeform 371"/>
            <p:cNvSpPr/>
            <p:nvPr/>
          </p:nvSpPr>
          <p:spPr bwMode="auto">
            <a:xfrm>
              <a:off x="6006840" y="1746250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4" name="Freeform 372"/>
            <p:cNvSpPr/>
            <p:nvPr/>
          </p:nvSpPr>
          <p:spPr bwMode="auto">
            <a:xfrm>
              <a:off x="5952865" y="18002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5" name="Oval 373"/>
            <p:cNvSpPr>
              <a:spLocks noChangeArrowheads="1"/>
            </p:cNvSpPr>
            <p:nvPr/>
          </p:nvSpPr>
          <p:spPr bwMode="auto">
            <a:xfrm>
              <a:off x="5902065" y="1855788"/>
              <a:ext cx="31750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6" name="Oval 374"/>
            <p:cNvSpPr>
              <a:spLocks noChangeArrowheads="1"/>
            </p:cNvSpPr>
            <p:nvPr/>
          </p:nvSpPr>
          <p:spPr bwMode="auto">
            <a:xfrm>
              <a:off x="5848090" y="19097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" name="Freeform 375"/>
            <p:cNvSpPr/>
            <p:nvPr/>
          </p:nvSpPr>
          <p:spPr bwMode="auto">
            <a:xfrm>
              <a:off x="5792528" y="196056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" name="Freeform 376"/>
            <p:cNvSpPr/>
            <p:nvPr/>
          </p:nvSpPr>
          <p:spPr bwMode="auto">
            <a:xfrm>
              <a:off x="5738553" y="20145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" name="Freeform 377"/>
            <p:cNvSpPr/>
            <p:nvPr/>
          </p:nvSpPr>
          <p:spPr bwMode="auto">
            <a:xfrm>
              <a:off x="6714865" y="95091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" name="Freeform 378"/>
            <p:cNvSpPr/>
            <p:nvPr/>
          </p:nvSpPr>
          <p:spPr bwMode="auto">
            <a:xfrm>
              <a:off x="6662478" y="1004888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" name="Oval 379"/>
            <p:cNvSpPr>
              <a:spLocks noChangeArrowheads="1"/>
            </p:cNvSpPr>
            <p:nvPr/>
          </p:nvSpPr>
          <p:spPr bwMode="auto">
            <a:xfrm>
              <a:off x="6610090" y="10588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" name="Oval 380"/>
            <p:cNvSpPr>
              <a:spLocks noChangeArrowheads="1"/>
            </p:cNvSpPr>
            <p:nvPr/>
          </p:nvSpPr>
          <p:spPr bwMode="auto">
            <a:xfrm>
              <a:off x="6556115" y="1112838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" name="Freeform 381"/>
            <p:cNvSpPr/>
            <p:nvPr/>
          </p:nvSpPr>
          <p:spPr bwMode="auto">
            <a:xfrm>
              <a:off x="6500553" y="11652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" name="Freeform 382"/>
            <p:cNvSpPr/>
            <p:nvPr/>
          </p:nvSpPr>
          <p:spPr bwMode="auto">
            <a:xfrm>
              <a:off x="6446578" y="12192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" name="Freeform 383"/>
            <p:cNvSpPr/>
            <p:nvPr/>
          </p:nvSpPr>
          <p:spPr bwMode="auto">
            <a:xfrm>
              <a:off x="6392603" y="12731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" name="Freeform 384"/>
            <p:cNvSpPr/>
            <p:nvPr/>
          </p:nvSpPr>
          <p:spPr bwMode="auto">
            <a:xfrm>
              <a:off x="6340215" y="1327150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" name="Freeform 385"/>
            <p:cNvSpPr/>
            <p:nvPr/>
          </p:nvSpPr>
          <p:spPr bwMode="auto">
            <a:xfrm>
              <a:off x="6286240" y="1379538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" name="Oval 386"/>
            <p:cNvSpPr>
              <a:spLocks noChangeArrowheads="1"/>
            </p:cNvSpPr>
            <p:nvPr/>
          </p:nvSpPr>
          <p:spPr bwMode="auto">
            <a:xfrm>
              <a:off x="6233853" y="14351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" name="Freeform 387"/>
            <p:cNvSpPr/>
            <p:nvPr/>
          </p:nvSpPr>
          <p:spPr bwMode="auto">
            <a:xfrm>
              <a:off x="6178290" y="14874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" name="Freeform 388"/>
            <p:cNvSpPr/>
            <p:nvPr/>
          </p:nvSpPr>
          <p:spPr bwMode="auto">
            <a:xfrm>
              <a:off x="6124315" y="154146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1" name="Freeform 389"/>
            <p:cNvSpPr/>
            <p:nvPr/>
          </p:nvSpPr>
          <p:spPr bwMode="auto">
            <a:xfrm>
              <a:off x="6070340" y="159543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2" name="Freeform 390"/>
            <p:cNvSpPr/>
            <p:nvPr/>
          </p:nvSpPr>
          <p:spPr bwMode="auto">
            <a:xfrm>
              <a:off x="6016365" y="164941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3" name="Freeform 391"/>
            <p:cNvSpPr/>
            <p:nvPr/>
          </p:nvSpPr>
          <p:spPr bwMode="auto">
            <a:xfrm>
              <a:off x="5963978" y="1701800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4" name="Freeform 392"/>
            <p:cNvSpPr/>
            <p:nvPr/>
          </p:nvSpPr>
          <p:spPr bwMode="auto">
            <a:xfrm>
              <a:off x="5910003" y="1755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5" name="Freeform 393"/>
            <p:cNvSpPr/>
            <p:nvPr/>
          </p:nvSpPr>
          <p:spPr bwMode="auto">
            <a:xfrm>
              <a:off x="5856028" y="180975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6" name="Freeform 394"/>
            <p:cNvSpPr/>
            <p:nvPr/>
          </p:nvSpPr>
          <p:spPr bwMode="auto">
            <a:xfrm>
              <a:off x="5802053" y="18637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7" name="Freeform 395"/>
            <p:cNvSpPr/>
            <p:nvPr/>
          </p:nvSpPr>
          <p:spPr bwMode="auto">
            <a:xfrm>
              <a:off x="5748078" y="19177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8" name="Oval 396"/>
            <p:cNvSpPr>
              <a:spLocks noChangeArrowheads="1"/>
            </p:cNvSpPr>
            <p:nvPr/>
          </p:nvSpPr>
          <p:spPr bwMode="auto">
            <a:xfrm>
              <a:off x="5695690" y="19732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9" name="Freeform 397"/>
            <p:cNvSpPr/>
            <p:nvPr/>
          </p:nvSpPr>
          <p:spPr bwMode="auto">
            <a:xfrm>
              <a:off x="6672003" y="9064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0" name="Freeform 398"/>
            <p:cNvSpPr/>
            <p:nvPr/>
          </p:nvSpPr>
          <p:spPr bwMode="auto">
            <a:xfrm>
              <a:off x="6618028" y="960438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1" name="Oval 399"/>
            <p:cNvSpPr>
              <a:spLocks noChangeArrowheads="1"/>
            </p:cNvSpPr>
            <p:nvPr/>
          </p:nvSpPr>
          <p:spPr bwMode="auto">
            <a:xfrm>
              <a:off x="6565640" y="10160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2" name="Oval 400"/>
            <p:cNvSpPr>
              <a:spLocks noChangeArrowheads="1"/>
            </p:cNvSpPr>
            <p:nvPr/>
          </p:nvSpPr>
          <p:spPr bwMode="auto">
            <a:xfrm>
              <a:off x="6511665" y="1069975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" name="Freeform 401"/>
            <p:cNvSpPr/>
            <p:nvPr/>
          </p:nvSpPr>
          <p:spPr bwMode="auto">
            <a:xfrm>
              <a:off x="6456103" y="1120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" name="Freeform 402"/>
            <p:cNvSpPr/>
            <p:nvPr/>
          </p:nvSpPr>
          <p:spPr bwMode="auto">
            <a:xfrm>
              <a:off x="6403715" y="1174750"/>
              <a:ext cx="34925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" name="Freeform 403"/>
            <p:cNvSpPr/>
            <p:nvPr/>
          </p:nvSpPr>
          <p:spPr bwMode="auto">
            <a:xfrm>
              <a:off x="6349740" y="12287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" name="Freeform 404"/>
            <p:cNvSpPr/>
            <p:nvPr/>
          </p:nvSpPr>
          <p:spPr bwMode="auto">
            <a:xfrm>
              <a:off x="6295765" y="1282700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" name="Freeform 405"/>
            <p:cNvSpPr/>
            <p:nvPr/>
          </p:nvSpPr>
          <p:spPr bwMode="auto">
            <a:xfrm>
              <a:off x="6241790" y="13366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grpSp>
          <p:nvGrpSpPr>
            <p:cNvPr id="58" name="Group 607"/>
            <p:cNvGrpSpPr/>
            <p:nvPr/>
          </p:nvGrpSpPr>
          <p:grpSpPr bwMode="auto">
            <a:xfrm>
              <a:off x="5255952" y="468313"/>
              <a:ext cx="1408113" cy="1493838"/>
              <a:chOff x="3702" y="295"/>
              <a:chExt cx="887" cy="941"/>
            </a:xfrm>
            <a:grpFill/>
          </p:grpSpPr>
          <p:sp>
            <p:nvSpPr>
              <p:cNvPr id="71" name="Freeform 407"/>
              <p:cNvSpPr/>
              <p:nvPr/>
            </p:nvSpPr>
            <p:spPr bwMode="auto">
              <a:xfrm>
                <a:off x="4289" y="876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72" name="Freeform 408"/>
              <p:cNvSpPr/>
              <p:nvPr/>
            </p:nvSpPr>
            <p:spPr bwMode="auto">
              <a:xfrm>
                <a:off x="4255" y="910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73" name="Freeform 409"/>
              <p:cNvSpPr/>
              <p:nvPr/>
            </p:nvSpPr>
            <p:spPr bwMode="auto">
              <a:xfrm>
                <a:off x="4222" y="943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74" name="Freeform 410"/>
              <p:cNvSpPr/>
              <p:nvPr/>
            </p:nvSpPr>
            <p:spPr bwMode="auto">
              <a:xfrm>
                <a:off x="4188" y="97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75" name="Freeform 411"/>
              <p:cNvSpPr/>
              <p:nvPr/>
            </p:nvSpPr>
            <p:spPr bwMode="auto">
              <a:xfrm>
                <a:off x="4154" y="101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76" name="Freeform 412"/>
              <p:cNvSpPr/>
              <p:nvPr/>
            </p:nvSpPr>
            <p:spPr bwMode="auto">
              <a:xfrm>
                <a:off x="4120" y="1045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77" name="Freeform 413"/>
              <p:cNvSpPr/>
              <p:nvPr/>
            </p:nvSpPr>
            <p:spPr bwMode="auto">
              <a:xfrm>
                <a:off x="4086" y="107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78" name="Freeform 414"/>
              <p:cNvSpPr/>
              <p:nvPr/>
            </p:nvSpPr>
            <p:spPr bwMode="auto">
              <a:xfrm>
                <a:off x="4052" y="1113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79" name="Freeform 415"/>
              <p:cNvSpPr/>
              <p:nvPr/>
            </p:nvSpPr>
            <p:spPr bwMode="auto">
              <a:xfrm>
                <a:off x="4019" y="1146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80" name="Freeform 416"/>
              <p:cNvSpPr/>
              <p:nvPr/>
            </p:nvSpPr>
            <p:spPr bwMode="auto">
              <a:xfrm>
                <a:off x="3985" y="118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81" name="Oval 417"/>
              <p:cNvSpPr>
                <a:spLocks noChangeArrowheads="1"/>
              </p:cNvSpPr>
              <p:nvPr/>
            </p:nvSpPr>
            <p:spPr bwMode="auto">
              <a:xfrm>
                <a:off x="3952" y="121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82" name="Freeform 418"/>
              <p:cNvSpPr/>
              <p:nvPr/>
            </p:nvSpPr>
            <p:spPr bwMode="auto">
              <a:xfrm>
                <a:off x="4566" y="544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83" name="Freeform 419"/>
              <p:cNvSpPr/>
              <p:nvPr/>
            </p:nvSpPr>
            <p:spPr bwMode="auto">
              <a:xfrm>
                <a:off x="4532" y="57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84" name="Freeform 420"/>
              <p:cNvSpPr/>
              <p:nvPr/>
            </p:nvSpPr>
            <p:spPr bwMode="auto">
              <a:xfrm>
                <a:off x="4498" y="61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85" name="Freeform 421"/>
              <p:cNvSpPr/>
              <p:nvPr/>
            </p:nvSpPr>
            <p:spPr bwMode="auto">
              <a:xfrm>
                <a:off x="4465" y="645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86" name="Freeform 422"/>
              <p:cNvSpPr/>
              <p:nvPr/>
            </p:nvSpPr>
            <p:spPr bwMode="auto">
              <a:xfrm>
                <a:off x="4431" y="67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87" name="Oval 423"/>
              <p:cNvSpPr>
                <a:spLocks noChangeArrowheads="1"/>
              </p:cNvSpPr>
              <p:nvPr/>
            </p:nvSpPr>
            <p:spPr bwMode="auto">
              <a:xfrm>
                <a:off x="4398" y="714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88" name="Freeform 424"/>
              <p:cNvSpPr/>
              <p:nvPr/>
            </p:nvSpPr>
            <p:spPr bwMode="auto">
              <a:xfrm>
                <a:off x="4363" y="747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89" name="Freeform 425"/>
              <p:cNvSpPr/>
              <p:nvPr/>
            </p:nvSpPr>
            <p:spPr bwMode="auto">
              <a:xfrm>
                <a:off x="4329" y="78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90" name="Freeform 426"/>
              <p:cNvSpPr/>
              <p:nvPr/>
            </p:nvSpPr>
            <p:spPr bwMode="auto">
              <a:xfrm>
                <a:off x="4295" y="81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91" name="Freeform 427"/>
              <p:cNvSpPr/>
              <p:nvPr/>
            </p:nvSpPr>
            <p:spPr bwMode="auto">
              <a:xfrm>
                <a:off x="4262" y="84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92" name="Freeform 428"/>
              <p:cNvSpPr/>
              <p:nvPr/>
            </p:nvSpPr>
            <p:spPr bwMode="auto">
              <a:xfrm>
                <a:off x="4228" y="882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93" name="Oval 429"/>
              <p:cNvSpPr>
                <a:spLocks noChangeArrowheads="1"/>
              </p:cNvSpPr>
              <p:nvPr/>
            </p:nvSpPr>
            <p:spPr bwMode="auto">
              <a:xfrm>
                <a:off x="4195" y="91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94" name="Oval 430"/>
              <p:cNvSpPr>
                <a:spLocks noChangeArrowheads="1"/>
              </p:cNvSpPr>
              <p:nvPr/>
            </p:nvSpPr>
            <p:spPr bwMode="auto">
              <a:xfrm>
                <a:off x="4161" y="951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95" name="Freeform 431"/>
              <p:cNvSpPr/>
              <p:nvPr/>
            </p:nvSpPr>
            <p:spPr bwMode="auto">
              <a:xfrm>
                <a:off x="4126" y="98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96" name="Freeform 432"/>
              <p:cNvSpPr/>
              <p:nvPr/>
            </p:nvSpPr>
            <p:spPr bwMode="auto">
              <a:xfrm>
                <a:off x="4092" y="101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97" name="Freeform 433"/>
              <p:cNvSpPr/>
              <p:nvPr/>
            </p:nvSpPr>
            <p:spPr bwMode="auto">
              <a:xfrm>
                <a:off x="4059" y="105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98" name="Freeform 434"/>
              <p:cNvSpPr/>
              <p:nvPr/>
            </p:nvSpPr>
            <p:spPr bwMode="auto">
              <a:xfrm>
                <a:off x="4025" y="1085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99" name="Freeform 435"/>
              <p:cNvSpPr/>
              <p:nvPr/>
            </p:nvSpPr>
            <p:spPr bwMode="auto">
              <a:xfrm>
                <a:off x="3991" y="111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00" name="Freeform 436"/>
              <p:cNvSpPr/>
              <p:nvPr/>
            </p:nvSpPr>
            <p:spPr bwMode="auto">
              <a:xfrm>
                <a:off x="3957" y="1153"/>
                <a:ext cx="23" cy="22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01" name="Freeform 437"/>
              <p:cNvSpPr/>
              <p:nvPr/>
            </p:nvSpPr>
            <p:spPr bwMode="auto">
              <a:xfrm>
                <a:off x="3923" y="118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02" name="Freeform 438"/>
              <p:cNvSpPr/>
              <p:nvPr/>
            </p:nvSpPr>
            <p:spPr bwMode="auto">
              <a:xfrm>
                <a:off x="4539" y="51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03" name="Freeform 439"/>
              <p:cNvSpPr/>
              <p:nvPr/>
            </p:nvSpPr>
            <p:spPr bwMode="auto">
              <a:xfrm>
                <a:off x="4505" y="550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04" name="Freeform 440"/>
              <p:cNvSpPr/>
              <p:nvPr/>
            </p:nvSpPr>
            <p:spPr bwMode="auto">
              <a:xfrm>
                <a:off x="4471" y="58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05" name="Freeform 441"/>
              <p:cNvSpPr/>
              <p:nvPr/>
            </p:nvSpPr>
            <p:spPr bwMode="auto">
              <a:xfrm>
                <a:off x="4437" y="61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06" name="Freeform 442"/>
              <p:cNvSpPr/>
              <p:nvPr/>
            </p:nvSpPr>
            <p:spPr bwMode="auto">
              <a:xfrm>
                <a:off x="4403" y="65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07" name="Oval 443"/>
              <p:cNvSpPr>
                <a:spLocks noChangeArrowheads="1"/>
              </p:cNvSpPr>
              <p:nvPr/>
            </p:nvSpPr>
            <p:spPr bwMode="auto">
              <a:xfrm>
                <a:off x="4370" y="68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08" name="Oval 444"/>
              <p:cNvSpPr>
                <a:spLocks noChangeArrowheads="1"/>
              </p:cNvSpPr>
              <p:nvPr/>
            </p:nvSpPr>
            <p:spPr bwMode="auto">
              <a:xfrm>
                <a:off x="4337" y="72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09" name="Freeform 445"/>
              <p:cNvSpPr/>
              <p:nvPr/>
            </p:nvSpPr>
            <p:spPr bwMode="auto">
              <a:xfrm>
                <a:off x="4302" y="753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10" name="Freeform 446"/>
              <p:cNvSpPr/>
              <p:nvPr/>
            </p:nvSpPr>
            <p:spPr bwMode="auto">
              <a:xfrm>
                <a:off x="4268" y="787"/>
                <a:ext cx="23" cy="22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11" name="Freeform 447"/>
              <p:cNvSpPr/>
              <p:nvPr/>
            </p:nvSpPr>
            <p:spPr bwMode="auto">
              <a:xfrm>
                <a:off x="4234" y="82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12" name="Freeform 448"/>
              <p:cNvSpPr/>
              <p:nvPr/>
            </p:nvSpPr>
            <p:spPr bwMode="auto">
              <a:xfrm>
                <a:off x="4200" y="85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13" name="Freeform 449"/>
              <p:cNvSpPr/>
              <p:nvPr/>
            </p:nvSpPr>
            <p:spPr bwMode="auto">
              <a:xfrm>
                <a:off x="4166" y="8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14" name="Freeform 450"/>
              <p:cNvSpPr/>
              <p:nvPr/>
            </p:nvSpPr>
            <p:spPr bwMode="auto">
              <a:xfrm>
                <a:off x="4133" y="922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15" name="Freeform 451"/>
              <p:cNvSpPr/>
              <p:nvPr/>
            </p:nvSpPr>
            <p:spPr bwMode="auto">
              <a:xfrm>
                <a:off x="4099" y="95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16" name="Freeform 452"/>
              <p:cNvSpPr/>
              <p:nvPr/>
            </p:nvSpPr>
            <p:spPr bwMode="auto">
              <a:xfrm>
                <a:off x="4065" y="990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6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17" name="Freeform 453"/>
              <p:cNvSpPr/>
              <p:nvPr/>
            </p:nvSpPr>
            <p:spPr bwMode="auto">
              <a:xfrm>
                <a:off x="4031" y="102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18" name="Freeform 454"/>
              <p:cNvSpPr/>
              <p:nvPr/>
            </p:nvSpPr>
            <p:spPr bwMode="auto">
              <a:xfrm>
                <a:off x="3997" y="1057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19" name="Freeform 455"/>
              <p:cNvSpPr/>
              <p:nvPr/>
            </p:nvSpPr>
            <p:spPr bwMode="auto">
              <a:xfrm>
                <a:off x="3963" y="10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20" name="Freeform 456"/>
              <p:cNvSpPr/>
              <p:nvPr/>
            </p:nvSpPr>
            <p:spPr bwMode="auto">
              <a:xfrm>
                <a:off x="3929" y="112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21" name="Freeform 457"/>
              <p:cNvSpPr/>
              <p:nvPr/>
            </p:nvSpPr>
            <p:spPr bwMode="auto">
              <a:xfrm>
                <a:off x="3896" y="1159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22" name="Freeform 458"/>
              <p:cNvSpPr/>
              <p:nvPr/>
            </p:nvSpPr>
            <p:spPr bwMode="auto">
              <a:xfrm>
                <a:off x="4511" y="4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23" name="Freeform 459"/>
              <p:cNvSpPr/>
              <p:nvPr/>
            </p:nvSpPr>
            <p:spPr bwMode="auto">
              <a:xfrm>
                <a:off x="4477" y="52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24" name="Freeform 460"/>
              <p:cNvSpPr/>
              <p:nvPr/>
            </p:nvSpPr>
            <p:spPr bwMode="auto">
              <a:xfrm>
                <a:off x="4443" y="556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25" name="Freeform 461"/>
              <p:cNvSpPr/>
              <p:nvPr/>
            </p:nvSpPr>
            <p:spPr bwMode="auto">
              <a:xfrm>
                <a:off x="4409" y="590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26" name="Freeform 462"/>
              <p:cNvSpPr/>
              <p:nvPr/>
            </p:nvSpPr>
            <p:spPr bwMode="auto">
              <a:xfrm>
                <a:off x="4376" y="624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27" name="Freeform 463"/>
              <p:cNvSpPr/>
              <p:nvPr/>
            </p:nvSpPr>
            <p:spPr bwMode="auto">
              <a:xfrm>
                <a:off x="4342" y="65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28" name="Freeform 464"/>
              <p:cNvSpPr/>
              <p:nvPr/>
            </p:nvSpPr>
            <p:spPr bwMode="auto">
              <a:xfrm>
                <a:off x="4308" y="6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29" name="Freeform 465"/>
              <p:cNvSpPr/>
              <p:nvPr/>
            </p:nvSpPr>
            <p:spPr bwMode="auto">
              <a:xfrm>
                <a:off x="4274" y="725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30" name="Freeform 466"/>
              <p:cNvSpPr/>
              <p:nvPr/>
            </p:nvSpPr>
            <p:spPr bwMode="auto">
              <a:xfrm>
                <a:off x="4240" y="75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31" name="Freeform 467"/>
              <p:cNvSpPr/>
              <p:nvPr/>
            </p:nvSpPr>
            <p:spPr bwMode="auto">
              <a:xfrm>
                <a:off x="4206" y="793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32" name="Freeform 468"/>
              <p:cNvSpPr/>
              <p:nvPr/>
            </p:nvSpPr>
            <p:spPr bwMode="auto">
              <a:xfrm>
                <a:off x="4173" y="827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33" name="Freeform 469"/>
              <p:cNvSpPr/>
              <p:nvPr/>
            </p:nvSpPr>
            <p:spPr bwMode="auto">
              <a:xfrm>
                <a:off x="4139" y="86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34" name="Freeform 470"/>
              <p:cNvSpPr/>
              <p:nvPr/>
            </p:nvSpPr>
            <p:spPr bwMode="auto">
              <a:xfrm>
                <a:off x="4105" y="89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35" name="Oval 471"/>
              <p:cNvSpPr>
                <a:spLocks noChangeArrowheads="1"/>
              </p:cNvSpPr>
              <p:nvPr/>
            </p:nvSpPr>
            <p:spPr bwMode="auto">
              <a:xfrm>
                <a:off x="4072" y="92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36" name="Oval 472"/>
              <p:cNvSpPr>
                <a:spLocks noChangeArrowheads="1"/>
              </p:cNvSpPr>
              <p:nvPr/>
            </p:nvSpPr>
            <p:spPr bwMode="auto">
              <a:xfrm>
                <a:off x="4038" y="96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37" name="Freeform 473"/>
              <p:cNvSpPr/>
              <p:nvPr/>
            </p:nvSpPr>
            <p:spPr bwMode="auto">
              <a:xfrm>
                <a:off x="4003" y="99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38" name="Freeform 474"/>
              <p:cNvSpPr/>
              <p:nvPr/>
            </p:nvSpPr>
            <p:spPr bwMode="auto">
              <a:xfrm>
                <a:off x="3970" y="103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39" name="Freeform 475"/>
              <p:cNvSpPr/>
              <p:nvPr/>
            </p:nvSpPr>
            <p:spPr bwMode="auto">
              <a:xfrm>
                <a:off x="3936" y="1064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40" name="Freeform 476"/>
              <p:cNvSpPr/>
              <p:nvPr/>
            </p:nvSpPr>
            <p:spPr bwMode="auto">
              <a:xfrm>
                <a:off x="3902" y="109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41" name="Freeform 477"/>
              <p:cNvSpPr/>
              <p:nvPr/>
            </p:nvSpPr>
            <p:spPr bwMode="auto">
              <a:xfrm>
                <a:off x="3868" y="113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42" name="Freeform 478"/>
              <p:cNvSpPr/>
              <p:nvPr/>
            </p:nvSpPr>
            <p:spPr bwMode="auto">
              <a:xfrm>
                <a:off x="4483" y="46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43" name="Freeform 479"/>
              <p:cNvSpPr/>
              <p:nvPr/>
            </p:nvSpPr>
            <p:spPr bwMode="auto">
              <a:xfrm>
                <a:off x="4450" y="495"/>
                <a:ext cx="22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44" name="Freeform 480"/>
              <p:cNvSpPr/>
              <p:nvPr/>
            </p:nvSpPr>
            <p:spPr bwMode="auto">
              <a:xfrm>
                <a:off x="4416" y="52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45" name="Freeform 481"/>
              <p:cNvSpPr/>
              <p:nvPr/>
            </p:nvSpPr>
            <p:spPr bwMode="auto">
              <a:xfrm>
                <a:off x="4382" y="56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46" name="Freeform 482"/>
              <p:cNvSpPr/>
              <p:nvPr/>
            </p:nvSpPr>
            <p:spPr bwMode="auto">
              <a:xfrm>
                <a:off x="4348" y="596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47" name="Freeform 483"/>
              <p:cNvSpPr/>
              <p:nvPr/>
            </p:nvSpPr>
            <p:spPr bwMode="auto">
              <a:xfrm>
                <a:off x="4314" y="6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48" name="Freeform 484"/>
              <p:cNvSpPr/>
              <p:nvPr/>
            </p:nvSpPr>
            <p:spPr bwMode="auto">
              <a:xfrm>
                <a:off x="4280" y="66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49" name="Freeform 485"/>
              <p:cNvSpPr/>
              <p:nvPr/>
            </p:nvSpPr>
            <p:spPr bwMode="auto">
              <a:xfrm>
                <a:off x="4246" y="698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50" name="Oval 486"/>
              <p:cNvSpPr>
                <a:spLocks noChangeArrowheads="1"/>
              </p:cNvSpPr>
              <p:nvPr/>
            </p:nvSpPr>
            <p:spPr bwMode="auto">
              <a:xfrm>
                <a:off x="4214" y="73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51" name="Freeform 487"/>
              <p:cNvSpPr/>
              <p:nvPr/>
            </p:nvSpPr>
            <p:spPr bwMode="auto">
              <a:xfrm>
                <a:off x="4179" y="76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52" name="Freeform 488"/>
              <p:cNvSpPr/>
              <p:nvPr/>
            </p:nvSpPr>
            <p:spPr bwMode="auto">
              <a:xfrm>
                <a:off x="4145" y="79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53" name="Freeform 489"/>
              <p:cNvSpPr/>
              <p:nvPr/>
            </p:nvSpPr>
            <p:spPr bwMode="auto">
              <a:xfrm>
                <a:off x="4111" y="83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54" name="Freeform 490"/>
              <p:cNvSpPr/>
              <p:nvPr/>
            </p:nvSpPr>
            <p:spPr bwMode="auto">
              <a:xfrm>
                <a:off x="4077" y="86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55" name="Freeform 491"/>
              <p:cNvSpPr/>
              <p:nvPr/>
            </p:nvSpPr>
            <p:spPr bwMode="auto">
              <a:xfrm>
                <a:off x="4043" y="90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56" name="Oval 492"/>
              <p:cNvSpPr>
                <a:spLocks noChangeArrowheads="1"/>
              </p:cNvSpPr>
              <p:nvPr/>
            </p:nvSpPr>
            <p:spPr bwMode="auto">
              <a:xfrm>
                <a:off x="4011" y="93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57" name="Freeform 493"/>
              <p:cNvSpPr/>
              <p:nvPr/>
            </p:nvSpPr>
            <p:spPr bwMode="auto">
              <a:xfrm>
                <a:off x="3976" y="96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58" name="Freeform 494"/>
              <p:cNvSpPr/>
              <p:nvPr/>
            </p:nvSpPr>
            <p:spPr bwMode="auto">
              <a:xfrm>
                <a:off x="3942" y="100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59" name="Freeform 495"/>
              <p:cNvSpPr/>
              <p:nvPr/>
            </p:nvSpPr>
            <p:spPr bwMode="auto">
              <a:xfrm>
                <a:off x="3908" y="103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60" name="Freeform 496"/>
              <p:cNvSpPr/>
              <p:nvPr/>
            </p:nvSpPr>
            <p:spPr bwMode="auto">
              <a:xfrm>
                <a:off x="3874" y="107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61" name="Freeform 497"/>
              <p:cNvSpPr/>
              <p:nvPr/>
            </p:nvSpPr>
            <p:spPr bwMode="auto">
              <a:xfrm>
                <a:off x="3840" y="110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62" name="Oval 498"/>
              <p:cNvSpPr>
                <a:spLocks noChangeArrowheads="1"/>
              </p:cNvSpPr>
              <p:nvPr/>
            </p:nvSpPr>
            <p:spPr bwMode="auto">
              <a:xfrm>
                <a:off x="4457" y="4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63" name="Oval 499"/>
              <p:cNvSpPr>
                <a:spLocks noChangeArrowheads="1"/>
              </p:cNvSpPr>
              <p:nvPr/>
            </p:nvSpPr>
            <p:spPr bwMode="auto">
              <a:xfrm>
                <a:off x="4423" y="46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64" name="Freeform 500"/>
              <p:cNvSpPr/>
              <p:nvPr/>
            </p:nvSpPr>
            <p:spPr bwMode="auto">
              <a:xfrm>
                <a:off x="4388" y="50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65" name="Freeform 501"/>
              <p:cNvSpPr/>
              <p:nvPr/>
            </p:nvSpPr>
            <p:spPr bwMode="auto">
              <a:xfrm>
                <a:off x="4354" y="53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66" name="Freeform 502"/>
              <p:cNvSpPr/>
              <p:nvPr/>
            </p:nvSpPr>
            <p:spPr bwMode="auto">
              <a:xfrm>
                <a:off x="4320" y="56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67" name="Freeform 503"/>
              <p:cNvSpPr/>
              <p:nvPr/>
            </p:nvSpPr>
            <p:spPr bwMode="auto">
              <a:xfrm>
                <a:off x="4287" y="602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68" name="Freeform 504"/>
              <p:cNvSpPr/>
              <p:nvPr/>
            </p:nvSpPr>
            <p:spPr bwMode="auto">
              <a:xfrm>
                <a:off x="4253" y="63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69" name="Freeform 505"/>
              <p:cNvSpPr/>
              <p:nvPr/>
            </p:nvSpPr>
            <p:spPr bwMode="auto">
              <a:xfrm>
                <a:off x="4219" y="67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70" name="Freeform 506"/>
              <p:cNvSpPr/>
              <p:nvPr/>
            </p:nvSpPr>
            <p:spPr bwMode="auto">
              <a:xfrm>
                <a:off x="4185" y="70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71" name="Freeform 507"/>
              <p:cNvSpPr/>
              <p:nvPr/>
            </p:nvSpPr>
            <p:spPr bwMode="auto">
              <a:xfrm>
                <a:off x="4151" y="738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72" name="Freeform 508"/>
              <p:cNvSpPr/>
              <p:nvPr/>
            </p:nvSpPr>
            <p:spPr bwMode="auto">
              <a:xfrm>
                <a:off x="4117" y="771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73" name="Freeform 509"/>
              <p:cNvSpPr/>
              <p:nvPr/>
            </p:nvSpPr>
            <p:spPr bwMode="auto">
              <a:xfrm>
                <a:off x="4084" y="805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74" name="Freeform 510"/>
              <p:cNvSpPr/>
              <p:nvPr/>
            </p:nvSpPr>
            <p:spPr bwMode="auto">
              <a:xfrm>
                <a:off x="4050" y="839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75" name="Freeform 511"/>
              <p:cNvSpPr/>
              <p:nvPr/>
            </p:nvSpPr>
            <p:spPr bwMode="auto">
              <a:xfrm>
                <a:off x="4016" y="8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76" name="Freeform 512"/>
              <p:cNvSpPr/>
              <p:nvPr/>
            </p:nvSpPr>
            <p:spPr bwMode="auto">
              <a:xfrm>
                <a:off x="3982" y="90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77" name="Freeform 513"/>
              <p:cNvSpPr/>
              <p:nvPr/>
            </p:nvSpPr>
            <p:spPr bwMode="auto">
              <a:xfrm>
                <a:off x="3948" y="94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78" name="Oval 514"/>
              <p:cNvSpPr>
                <a:spLocks noChangeArrowheads="1"/>
              </p:cNvSpPr>
              <p:nvPr/>
            </p:nvSpPr>
            <p:spPr bwMode="auto">
              <a:xfrm>
                <a:off x="3915" y="976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79" name="Oval 515"/>
              <p:cNvSpPr>
                <a:spLocks noChangeArrowheads="1"/>
              </p:cNvSpPr>
              <p:nvPr/>
            </p:nvSpPr>
            <p:spPr bwMode="auto">
              <a:xfrm>
                <a:off x="3882" y="100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80" name="Freeform 516"/>
              <p:cNvSpPr/>
              <p:nvPr/>
            </p:nvSpPr>
            <p:spPr bwMode="auto">
              <a:xfrm>
                <a:off x="3847" y="1042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81" name="Freeform 517"/>
              <p:cNvSpPr/>
              <p:nvPr/>
            </p:nvSpPr>
            <p:spPr bwMode="auto">
              <a:xfrm>
                <a:off x="3813" y="10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82" name="Oval 518"/>
              <p:cNvSpPr>
                <a:spLocks noChangeArrowheads="1"/>
              </p:cNvSpPr>
              <p:nvPr/>
            </p:nvSpPr>
            <p:spPr bwMode="auto">
              <a:xfrm>
                <a:off x="4429" y="4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83" name="Freeform 519"/>
              <p:cNvSpPr/>
              <p:nvPr/>
            </p:nvSpPr>
            <p:spPr bwMode="auto">
              <a:xfrm>
                <a:off x="4394" y="43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84" name="Freeform 520"/>
              <p:cNvSpPr/>
              <p:nvPr/>
            </p:nvSpPr>
            <p:spPr bwMode="auto">
              <a:xfrm>
                <a:off x="4360" y="4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85" name="Freeform 521"/>
              <p:cNvSpPr/>
              <p:nvPr/>
            </p:nvSpPr>
            <p:spPr bwMode="auto">
              <a:xfrm>
                <a:off x="4327" y="507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86" name="Freeform 522"/>
              <p:cNvSpPr/>
              <p:nvPr/>
            </p:nvSpPr>
            <p:spPr bwMode="auto">
              <a:xfrm>
                <a:off x="4293" y="54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87" name="Freeform 523"/>
              <p:cNvSpPr/>
              <p:nvPr/>
            </p:nvSpPr>
            <p:spPr bwMode="auto">
              <a:xfrm>
                <a:off x="4259" y="57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88" name="Freeform 524"/>
              <p:cNvSpPr/>
              <p:nvPr/>
            </p:nvSpPr>
            <p:spPr bwMode="auto">
              <a:xfrm>
                <a:off x="4225" y="60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89" name="Freeform 525"/>
              <p:cNvSpPr/>
              <p:nvPr/>
            </p:nvSpPr>
            <p:spPr bwMode="auto">
              <a:xfrm>
                <a:off x="4191" y="64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90" name="Freeform 526"/>
              <p:cNvSpPr/>
              <p:nvPr/>
            </p:nvSpPr>
            <p:spPr bwMode="auto">
              <a:xfrm>
                <a:off x="4157" y="6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91" name="Freeform 527"/>
              <p:cNvSpPr/>
              <p:nvPr/>
            </p:nvSpPr>
            <p:spPr bwMode="auto">
              <a:xfrm>
                <a:off x="4124" y="710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92" name="Freeform 528"/>
              <p:cNvSpPr/>
              <p:nvPr/>
            </p:nvSpPr>
            <p:spPr bwMode="auto">
              <a:xfrm>
                <a:off x="4090" y="74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93" name="Freeform 529"/>
              <p:cNvSpPr/>
              <p:nvPr/>
            </p:nvSpPr>
            <p:spPr bwMode="auto">
              <a:xfrm>
                <a:off x="4056" y="77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94" name="Freeform 530"/>
              <p:cNvSpPr/>
              <p:nvPr/>
            </p:nvSpPr>
            <p:spPr bwMode="auto">
              <a:xfrm>
                <a:off x="4022" y="812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95" name="Freeform 531"/>
              <p:cNvSpPr/>
              <p:nvPr/>
            </p:nvSpPr>
            <p:spPr bwMode="auto">
              <a:xfrm>
                <a:off x="3988" y="845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96" name="Freeform 532"/>
              <p:cNvSpPr/>
              <p:nvPr/>
            </p:nvSpPr>
            <p:spPr bwMode="auto">
              <a:xfrm>
                <a:off x="3954" y="87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97" name="Freeform 533"/>
              <p:cNvSpPr/>
              <p:nvPr/>
            </p:nvSpPr>
            <p:spPr bwMode="auto">
              <a:xfrm>
                <a:off x="3921" y="913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98" name="Oval 534"/>
              <p:cNvSpPr>
                <a:spLocks noChangeArrowheads="1"/>
              </p:cNvSpPr>
              <p:nvPr/>
            </p:nvSpPr>
            <p:spPr bwMode="auto">
              <a:xfrm>
                <a:off x="3888" y="9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199" name="Oval 535"/>
              <p:cNvSpPr>
                <a:spLocks noChangeArrowheads="1"/>
              </p:cNvSpPr>
              <p:nvPr/>
            </p:nvSpPr>
            <p:spPr bwMode="auto">
              <a:xfrm>
                <a:off x="3854" y="98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00" name="Freeform 536"/>
              <p:cNvSpPr/>
              <p:nvPr/>
            </p:nvSpPr>
            <p:spPr bwMode="auto">
              <a:xfrm>
                <a:off x="3819" y="1015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01" name="Freeform 537"/>
              <p:cNvSpPr/>
              <p:nvPr/>
            </p:nvSpPr>
            <p:spPr bwMode="auto">
              <a:xfrm>
                <a:off x="3785" y="104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02" name="Freeform 538"/>
              <p:cNvSpPr/>
              <p:nvPr/>
            </p:nvSpPr>
            <p:spPr bwMode="auto">
              <a:xfrm>
                <a:off x="4401" y="37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03" name="Freeform 539"/>
              <p:cNvSpPr/>
              <p:nvPr/>
            </p:nvSpPr>
            <p:spPr bwMode="auto">
              <a:xfrm>
                <a:off x="4367" y="41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04" name="Oval 540"/>
              <p:cNvSpPr>
                <a:spLocks noChangeArrowheads="1"/>
              </p:cNvSpPr>
              <p:nvPr/>
            </p:nvSpPr>
            <p:spPr bwMode="auto">
              <a:xfrm>
                <a:off x="4334" y="447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05" name="Oval 541"/>
              <p:cNvSpPr>
                <a:spLocks noChangeArrowheads="1"/>
              </p:cNvSpPr>
              <p:nvPr/>
            </p:nvSpPr>
            <p:spPr bwMode="auto">
              <a:xfrm>
                <a:off x="4300" y="48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06" name="Freeform 542"/>
              <p:cNvSpPr/>
              <p:nvPr/>
            </p:nvSpPr>
            <p:spPr bwMode="auto">
              <a:xfrm>
                <a:off x="4265" y="51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07" name="Freeform 543"/>
              <p:cNvSpPr/>
              <p:nvPr/>
            </p:nvSpPr>
            <p:spPr bwMode="auto">
              <a:xfrm>
                <a:off x="4231" y="54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08" name="Freeform 544"/>
              <p:cNvSpPr/>
              <p:nvPr/>
            </p:nvSpPr>
            <p:spPr bwMode="auto">
              <a:xfrm>
                <a:off x="4198" y="58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09" name="Freeform 545"/>
              <p:cNvSpPr/>
              <p:nvPr/>
            </p:nvSpPr>
            <p:spPr bwMode="auto">
              <a:xfrm>
                <a:off x="4164" y="615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10" name="Freeform 546"/>
              <p:cNvSpPr/>
              <p:nvPr/>
            </p:nvSpPr>
            <p:spPr bwMode="auto">
              <a:xfrm>
                <a:off x="4130" y="649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11" name="Oval 547"/>
              <p:cNvSpPr>
                <a:spLocks noChangeArrowheads="1"/>
              </p:cNvSpPr>
              <p:nvPr/>
            </p:nvSpPr>
            <p:spPr bwMode="auto">
              <a:xfrm>
                <a:off x="4097" y="68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12" name="Freeform 548"/>
              <p:cNvSpPr/>
              <p:nvPr/>
            </p:nvSpPr>
            <p:spPr bwMode="auto">
              <a:xfrm>
                <a:off x="4062" y="71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13" name="Freeform 549"/>
              <p:cNvSpPr/>
              <p:nvPr/>
            </p:nvSpPr>
            <p:spPr bwMode="auto">
              <a:xfrm>
                <a:off x="4028" y="75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14" name="Freeform 550"/>
              <p:cNvSpPr/>
              <p:nvPr/>
            </p:nvSpPr>
            <p:spPr bwMode="auto">
              <a:xfrm>
                <a:off x="3994" y="78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15" name="Freeform 551"/>
              <p:cNvSpPr/>
              <p:nvPr/>
            </p:nvSpPr>
            <p:spPr bwMode="auto">
              <a:xfrm>
                <a:off x="3961" y="818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16" name="Freeform 552"/>
              <p:cNvSpPr/>
              <p:nvPr/>
            </p:nvSpPr>
            <p:spPr bwMode="auto">
              <a:xfrm>
                <a:off x="3927" y="852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17" name="Freeform 553"/>
              <p:cNvSpPr/>
              <p:nvPr/>
            </p:nvSpPr>
            <p:spPr bwMode="auto">
              <a:xfrm>
                <a:off x="3893" y="885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18" name="Freeform 554"/>
              <p:cNvSpPr/>
              <p:nvPr/>
            </p:nvSpPr>
            <p:spPr bwMode="auto">
              <a:xfrm>
                <a:off x="3859" y="9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19" name="Freeform 555"/>
              <p:cNvSpPr/>
              <p:nvPr/>
            </p:nvSpPr>
            <p:spPr bwMode="auto">
              <a:xfrm>
                <a:off x="3825" y="95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20" name="Freeform 556"/>
              <p:cNvSpPr/>
              <p:nvPr/>
            </p:nvSpPr>
            <p:spPr bwMode="auto">
              <a:xfrm>
                <a:off x="3791" y="98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21" name="Oval 557"/>
              <p:cNvSpPr>
                <a:spLocks noChangeArrowheads="1"/>
              </p:cNvSpPr>
              <p:nvPr/>
            </p:nvSpPr>
            <p:spPr bwMode="auto">
              <a:xfrm>
                <a:off x="3759" y="102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22" name="Freeform 558"/>
              <p:cNvSpPr/>
              <p:nvPr/>
            </p:nvSpPr>
            <p:spPr bwMode="auto">
              <a:xfrm>
                <a:off x="4373" y="35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23" name="Freeform 559"/>
              <p:cNvSpPr/>
              <p:nvPr/>
            </p:nvSpPr>
            <p:spPr bwMode="auto">
              <a:xfrm>
                <a:off x="4339" y="38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24" name="Oval 560"/>
              <p:cNvSpPr>
                <a:spLocks noChangeArrowheads="1"/>
              </p:cNvSpPr>
              <p:nvPr/>
            </p:nvSpPr>
            <p:spPr bwMode="auto">
              <a:xfrm>
                <a:off x="4306" y="41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25" name="Oval 561"/>
              <p:cNvSpPr>
                <a:spLocks noChangeArrowheads="1"/>
              </p:cNvSpPr>
              <p:nvPr/>
            </p:nvSpPr>
            <p:spPr bwMode="auto">
              <a:xfrm>
                <a:off x="4272" y="45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26" name="Freeform 562"/>
              <p:cNvSpPr/>
              <p:nvPr/>
            </p:nvSpPr>
            <p:spPr bwMode="auto">
              <a:xfrm>
                <a:off x="4238" y="486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27" name="Freeform 563"/>
              <p:cNvSpPr/>
              <p:nvPr/>
            </p:nvSpPr>
            <p:spPr bwMode="auto">
              <a:xfrm>
                <a:off x="4204" y="5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28" name="Freeform 564"/>
              <p:cNvSpPr/>
              <p:nvPr/>
            </p:nvSpPr>
            <p:spPr bwMode="auto">
              <a:xfrm>
                <a:off x="4170" y="55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29" name="Freeform 565"/>
              <p:cNvSpPr/>
              <p:nvPr/>
            </p:nvSpPr>
            <p:spPr bwMode="auto">
              <a:xfrm>
                <a:off x="4136" y="58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30" name="Freeform 566"/>
              <p:cNvSpPr/>
              <p:nvPr/>
            </p:nvSpPr>
            <p:spPr bwMode="auto">
              <a:xfrm>
                <a:off x="4102" y="62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31" name="Freeform 567"/>
              <p:cNvSpPr/>
              <p:nvPr/>
            </p:nvSpPr>
            <p:spPr bwMode="auto">
              <a:xfrm>
                <a:off x="4068" y="65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32" name="Freeform 568"/>
              <p:cNvSpPr/>
              <p:nvPr/>
            </p:nvSpPr>
            <p:spPr bwMode="auto">
              <a:xfrm>
                <a:off x="4035" y="689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33" name="Freeform 569"/>
              <p:cNvSpPr/>
              <p:nvPr/>
            </p:nvSpPr>
            <p:spPr bwMode="auto">
              <a:xfrm>
                <a:off x="4001" y="722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34" name="Freeform 570"/>
              <p:cNvSpPr/>
              <p:nvPr/>
            </p:nvSpPr>
            <p:spPr bwMode="auto">
              <a:xfrm>
                <a:off x="3967" y="756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35" name="Freeform 571"/>
              <p:cNvSpPr/>
              <p:nvPr/>
            </p:nvSpPr>
            <p:spPr bwMode="auto">
              <a:xfrm>
                <a:off x="3933" y="79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36" name="Freeform 572"/>
              <p:cNvSpPr/>
              <p:nvPr/>
            </p:nvSpPr>
            <p:spPr bwMode="auto">
              <a:xfrm>
                <a:off x="3899" y="82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37" name="Freeform 573"/>
              <p:cNvSpPr/>
              <p:nvPr/>
            </p:nvSpPr>
            <p:spPr bwMode="auto">
              <a:xfrm>
                <a:off x="3865" y="8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38" name="Freeform 574"/>
              <p:cNvSpPr/>
              <p:nvPr/>
            </p:nvSpPr>
            <p:spPr bwMode="auto">
              <a:xfrm>
                <a:off x="3832" y="892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39" name="Freeform 575"/>
              <p:cNvSpPr/>
              <p:nvPr/>
            </p:nvSpPr>
            <p:spPr bwMode="auto">
              <a:xfrm>
                <a:off x="3798" y="92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40" name="Freeform 576"/>
              <p:cNvSpPr/>
              <p:nvPr/>
            </p:nvSpPr>
            <p:spPr bwMode="auto">
              <a:xfrm>
                <a:off x="3764" y="959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41" name="Oval 577"/>
              <p:cNvSpPr>
                <a:spLocks noChangeArrowheads="1"/>
              </p:cNvSpPr>
              <p:nvPr/>
            </p:nvSpPr>
            <p:spPr bwMode="auto">
              <a:xfrm>
                <a:off x="3731" y="99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42" name="Freeform 578"/>
              <p:cNvSpPr/>
              <p:nvPr/>
            </p:nvSpPr>
            <p:spPr bwMode="auto">
              <a:xfrm>
                <a:off x="4345" y="323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43" name="Freeform 579"/>
              <p:cNvSpPr/>
              <p:nvPr/>
            </p:nvSpPr>
            <p:spPr bwMode="auto">
              <a:xfrm>
                <a:off x="4311" y="35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44" name="Freeform 580"/>
              <p:cNvSpPr/>
              <p:nvPr/>
            </p:nvSpPr>
            <p:spPr bwMode="auto">
              <a:xfrm>
                <a:off x="4278" y="39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45" name="Freeform 581"/>
              <p:cNvSpPr/>
              <p:nvPr/>
            </p:nvSpPr>
            <p:spPr bwMode="auto">
              <a:xfrm>
                <a:off x="4244" y="42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46" name="Freeform 582"/>
              <p:cNvSpPr/>
              <p:nvPr/>
            </p:nvSpPr>
            <p:spPr bwMode="auto">
              <a:xfrm>
                <a:off x="4210" y="4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47" name="Oval 583"/>
              <p:cNvSpPr>
                <a:spLocks noChangeArrowheads="1"/>
              </p:cNvSpPr>
              <p:nvPr/>
            </p:nvSpPr>
            <p:spPr bwMode="auto">
              <a:xfrm>
                <a:off x="4177" y="49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48" name="Freeform 584"/>
              <p:cNvSpPr/>
              <p:nvPr/>
            </p:nvSpPr>
            <p:spPr bwMode="auto">
              <a:xfrm>
                <a:off x="4142" y="526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49" name="Freeform 585"/>
              <p:cNvSpPr/>
              <p:nvPr/>
            </p:nvSpPr>
            <p:spPr bwMode="auto">
              <a:xfrm>
                <a:off x="4108" y="560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50" name="Freeform 586"/>
              <p:cNvSpPr/>
              <p:nvPr/>
            </p:nvSpPr>
            <p:spPr bwMode="auto">
              <a:xfrm>
                <a:off x="4075" y="593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51" name="Freeform 587"/>
              <p:cNvSpPr/>
              <p:nvPr/>
            </p:nvSpPr>
            <p:spPr bwMode="auto">
              <a:xfrm>
                <a:off x="4041" y="62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52" name="Freeform 588"/>
              <p:cNvSpPr/>
              <p:nvPr/>
            </p:nvSpPr>
            <p:spPr bwMode="auto">
              <a:xfrm>
                <a:off x="4007" y="661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53" name="Oval 589"/>
              <p:cNvSpPr>
                <a:spLocks noChangeArrowheads="1"/>
              </p:cNvSpPr>
              <p:nvPr/>
            </p:nvSpPr>
            <p:spPr bwMode="auto">
              <a:xfrm>
                <a:off x="3974" y="69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54" name="Oval 590"/>
              <p:cNvSpPr>
                <a:spLocks noChangeArrowheads="1"/>
              </p:cNvSpPr>
              <p:nvPr/>
            </p:nvSpPr>
            <p:spPr bwMode="auto">
              <a:xfrm>
                <a:off x="3940" y="73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55" name="Freeform 591"/>
              <p:cNvSpPr/>
              <p:nvPr/>
            </p:nvSpPr>
            <p:spPr bwMode="auto">
              <a:xfrm>
                <a:off x="3905" y="763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56" name="Freeform 592"/>
              <p:cNvSpPr/>
              <p:nvPr/>
            </p:nvSpPr>
            <p:spPr bwMode="auto">
              <a:xfrm>
                <a:off x="3872" y="796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57" name="Freeform 593"/>
              <p:cNvSpPr/>
              <p:nvPr/>
            </p:nvSpPr>
            <p:spPr bwMode="auto">
              <a:xfrm>
                <a:off x="3838" y="8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58" name="Freeform 594"/>
              <p:cNvSpPr/>
              <p:nvPr/>
            </p:nvSpPr>
            <p:spPr bwMode="auto">
              <a:xfrm>
                <a:off x="3804" y="864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59" name="Freeform 595"/>
              <p:cNvSpPr/>
              <p:nvPr/>
            </p:nvSpPr>
            <p:spPr bwMode="auto">
              <a:xfrm>
                <a:off x="3770" y="89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60" name="Freeform 596"/>
              <p:cNvSpPr/>
              <p:nvPr/>
            </p:nvSpPr>
            <p:spPr bwMode="auto">
              <a:xfrm>
                <a:off x="3736" y="932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61" name="Freeform 597"/>
              <p:cNvSpPr/>
              <p:nvPr/>
            </p:nvSpPr>
            <p:spPr bwMode="auto">
              <a:xfrm>
                <a:off x="3702" y="96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62" name="Freeform 598"/>
              <p:cNvSpPr/>
              <p:nvPr/>
            </p:nvSpPr>
            <p:spPr bwMode="auto">
              <a:xfrm>
                <a:off x="4318" y="29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63" name="Freeform 599"/>
              <p:cNvSpPr/>
              <p:nvPr/>
            </p:nvSpPr>
            <p:spPr bwMode="auto">
              <a:xfrm>
                <a:off x="4284" y="32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64" name="Freeform 600"/>
              <p:cNvSpPr/>
              <p:nvPr/>
            </p:nvSpPr>
            <p:spPr bwMode="auto">
              <a:xfrm>
                <a:off x="4250" y="36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65" name="Freeform 601"/>
              <p:cNvSpPr/>
              <p:nvPr/>
            </p:nvSpPr>
            <p:spPr bwMode="auto">
              <a:xfrm>
                <a:off x="4216" y="397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66" name="Freeform 602"/>
              <p:cNvSpPr/>
              <p:nvPr/>
            </p:nvSpPr>
            <p:spPr bwMode="auto">
              <a:xfrm>
                <a:off x="4182" y="43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67" name="Oval 603"/>
              <p:cNvSpPr>
                <a:spLocks noChangeArrowheads="1"/>
              </p:cNvSpPr>
              <p:nvPr/>
            </p:nvSpPr>
            <p:spPr bwMode="auto">
              <a:xfrm>
                <a:off x="4150" y="46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68" name="Oval 604"/>
              <p:cNvSpPr>
                <a:spLocks noChangeArrowheads="1"/>
              </p:cNvSpPr>
              <p:nvPr/>
            </p:nvSpPr>
            <p:spPr bwMode="auto">
              <a:xfrm>
                <a:off x="4116" y="49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69" name="Freeform 605"/>
              <p:cNvSpPr/>
              <p:nvPr/>
            </p:nvSpPr>
            <p:spPr bwMode="auto">
              <a:xfrm>
                <a:off x="4081" y="53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  <p:sp>
            <p:nvSpPr>
              <p:cNvPr id="270" name="Freeform 606"/>
              <p:cNvSpPr/>
              <p:nvPr/>
            </p:nvSpPr>
            <p:spPr bwMode="auto">
              <a:xfrm>
                <a:off x="4047" y="56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/>
              </a:p>
            </p:txBody>
          </p:sp>
        </p:grpSp>
        <p:sp>
          <p:nvSpPr>
            <p:cNvPr id="59" name="Freeform 608"/>
            <p:cNvSpPr/>
            <p:nvPr/>
          </p:nvSpPr>
          <p:spPr bwMode="auto">
            <a:xfrm>
              <a:off x="5749665" y="952500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" name="Freeform 609"/>
            <p:cNvSpPr/>
            <p:nvPr/>
          </p:nvSpPr>
          <p:spPr bwMode="auto">
            <a:xfrm>
              <a:off x="5695690" y="1004888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" name="Freeform 610"/>
            <p:cNvSpPr/>
            <p:nvPr/>
          </p:nvSpPr>
          <p:spPr bwMode="auto">
            <a:xfrm>
              <a:off x="5643303" y="1058863"/>
              <a:ext cx="34925" cy="36513"/>
            </a:xfrm>
            <a:custGeom>
              <a:avLst/>
              <a:gdLst>
                <a:gd name="T0" fmla="*/ 195 w 1094"/>
                <a:gd name="T1" fmla="*/ 900 h 1094"/>
                <a:gd name="T2" fmla="*/ 195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5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" name="Freeform 611"/>
            <p:cNvSpPr/>
            <p:nvPr/>
          </p:nvSpPr>
          <p:spPr bwMode="auto">
            <a:xfrm>
              <a:off x="5589328" y="1112838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" name="Freeform 612"/>
            <p:cNvSpPr/>
            <p:nvPr/>
          </p:nvSpPr>
          <p:spPr bwMode="auto">
            <a:xfrm>
              <a:off x="5535353" y="1166813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4" name="Freeform 613"/>
            <p:cNvSpPr/>
            <p:nvPr/>
          </p:nvSpPr>
          <p:spPr bwMode="auto">
            <a:xfrm>
              <a:off x="5481378" y="12207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5" name="Freeform 614"/>
            <p:cNvSpPr/>
            <p:nvPr/>
          </p:nvSpPr>
          <p:spPr bwMode="auto">
            <a:xfrm>
              <a:off x="5427403" y="127476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6" name="Freeform 615"/>
            <p:cNvSpPr/>
            <p:nvPr/>
          </p:nvSpPr>
          <p:spPr bwMode="auto">
            <a:xfrm>
              <a:off x="5373428" y="132715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7" name="Freeform 616"/>
            <p:cNvSpPr/>
            <p:nvPr/>
          </p:nvSpPr>
          <p:spPr bwMode="auto">
            <a:xfrm>
              <a:off x="5319453" y="1381125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9" name="Freeform 617"/>
            <p:cNvSpPr/>
            <p:nvPr/>
          </p:nvSpPr>
          <p:spPr bwMode="auto">
            <a:xfrm>
              <a:off x="5267065" y="1435100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0" name="Freeform 618"/>
            <p:cNvSpPr/>
            <p:nvPr/>
          </p:nvSpPr>
          <p:spPr bwMode="auto">
            <a:xfrm>
              <a:off x="5213090" y="1489075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>
            <a:spLocks noGrp="1"/>
          </p:cNvSpPr>
          <p:nvPr>
            <p:ph type="title"/>
          </p:nvPr>
        </p:nvSpPr>
        <p:spPr>
          <a:xfrm>
            <a:off x="723900" y="1543455"/>
            <a:ext cx="7696200" cy="1307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>
            <a:spLocks noGrp="1"/>
          </p:cNvSpPr>
          <p:nvPr>
            <p:ph type="body" idx="1"/>
          </p:nvPr>
        </p:nvSpPr>
        <p:spPr>
          <a:xfrm>
            <a:off x="723900" y="2850609"/>
            <a:ext cx="7696200" cy="495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grpSp>
        <p:nvGrpSpPr>
          <p:cNvPr id="2" name="Group 1"/>
          <p:cNvGrpSpPr/>
          <p:nvPr userDrawn="1"/>
        </p:nvGrpSpPr>
        <p:grpSpPr>
          <a:xfrm>
            <a:off x="7927055" y="-813425"/>
            <a:ext cx="2105344" cy="2105344"/>
            <a:chOff x="478444" y="466725"/>
            <a:chExt cx="1592263" cy="1592263"/>
          </a:xfrm>
          <a:solidFill>
            <a:schemeClr val="accent1"/>
          </a:solidFill>
        </p:grpSpPr>
        <p:grpSp>
          <p:nvGrpSpPr>
            <p:cNvPr id="3" name="Group 205"/>
            <p:cNvGrpSpPr/>
            <p:nvPr/>
          </p:nvGrpSpPr>
          <p:grpSpPr bwMode="auto">
            <a:xfrm>
              <a:off x="610206" y="466725"/>
              <a:ext cx="1460501" cy="1460500"/>
              <a:chOff x="1166" y="294"/>
              <a:chExt cx="920" cy="920"/>
            </a:xfrm>
            <a:grpFill/>
          </p:grpSpPr>
          <p:sp>
            <p:nvSpPr>
              <p:cNvPr id="64" name="Freeform 5"/>
              <p:cNvSpPr/>
              <p:nvPr/>
            </p:nvSpPr>
            <p:spPr bwMode="auto">
              <a:xfrm>
                <a:off x="1416" y="2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65" name="Freeform 6"/>
              <p:cNvSpPr/>
              <p:nvPr/>
            </p:nvSpPr>
            <p:spPr bwMode="auto">
              <a:xfrm>
                <a:off x="1450" y="32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66" name="Freeform 7"/>
              <p:cNvSpPr/>
              <p:nvPr/>
            </p:nvSpPr>
            <p:spPr bwMode="auto">
              <a:xfrm>
                <a:off x="1484" y="36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67" name="Freeform 8"/>
              <p:cNvSpPr/>
              <p:nvPr/>
            </p:nvSpPr>
            <p:spPr bwMode="auto">
              <a:xfrm>
                <a:off x="1518" y="3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68" name="Freeform 9"/>
              <p:cNvSpPr/>
              <p:nvPr/>
            </p:nvSpPr>
            <p:spPr bwMode="auto">
              <a:xfrm>
                <a:off x="1552" y="43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69" name="Freeform 10"/>
              <p:cNvSpPr/>
              <p:nvPr/>
            </p:nvSpPr>
            <p:spPr bwMode="auto">
              <a:xfrm>
                <a:off x="1586" y="46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2" name="Freeform 11"/>
              <p:cNvSpPr/>
              <p:nvPr/>
            </p:nvSpPr>
            <p:spPr bwMode="auto">
              <a:xfrm>
                <a:off x="1620" y="4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1655" y="53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4" name="Freeform 13"/>
              <p:cNvSpPr/>
              <p:nvPr/>
            </p:nvSpPr>
            <p:spPr bwMode="auto">
              <a:xfrm>
                <a:off x="1689" y="566"/>
                <a:ext cx="22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5" name="Freeform 14"/>
              <p:cNvSpPr/>
              <p:nvPr/>
            </p:nvSpPr>
            <p:spPr bwMode="auto">
              <a:xfrm>
                <a:off x="1723" y="6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6" name="Freeform 15"/>
              <p:cNvSpPr/>
              <p:nvPr/>
            </p:nvSpPr>
            <p:spPr bwMode="auto">
              <a:xfrm>
                <a:off x="1757" y="63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7" name="Freeform 16"/>
              <p:cNvSpPr/>
              <p:nvPr/>
            </p:nvSpPr>
            <p:spPr bwMode="auto">
              <a:xfrm>
                <a:off x="1791" y="66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8" name="Freeform 17"/>
              <p:cNvSpPr/>
              <p:nvPr/>
            </p:nvSpPr>
            <p:spPr bwMode="auto">
              <a:xfrm>
                <a:off x="1825" y="70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79" name="Freeform 18"/>
              <p:cNvSpPr/>
              <p:nvPr/>
            </p:nvSpPr>
            <p:spPr bwMode="auto">
              <a:xfrm>
                <a:off x="1859" y="73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0" name="Freeform 19"/>
              <p:cNvSpPr/>
              <p:nvPr/>
            </p:nvSpPr>
            <p:spPr bwMode="auto">
              <a:xfrm>
                <a:off x="1893" y="77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1" name="Freeform 20"/>
              <p:cNvSpPr/>
              <p:nvPr/>
            </p:nvSpPr>
            <p:spPr bwMode="auto">
              <a:xfrm>
                <a:off x="1927" y="80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2" name="Freeform 21"/>
              <p:cNvSpPr/>
              <p:nvPr/>
            </p:nvSpPr>
            <p:spPr bwMode="auto">
              <a:xfrm>
                <a:off x="1961" y="839"/>
                <a:ext cx="23" cy="22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3" name="Freeform 22"/>
              <p:cNvSpPr/>
              <p:nvPr/>
            </p:nvSpPr>
            <p:spPr bwMode="auto">
              <a:xfrm>
                <a:off x="1995" y="87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4" name="Freeform 23"/>
              <p:cNvSpPr/>
              <p:nvPr/>
            </p:nvSpPr>
            <p:spPr bwMode="auto">
              <a:xfrm>
                <a:off x="2029" y="9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5" name="Freeform 24"/>
              <p:cNvSpPr/>
              <p:nvPr/>
            </p:nvSpPr>
            <p:spPr bwMode="auto">
              <a:xfrm>
                <a:off x="2063" y="9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6" name="Freeform 25"/>
              <p:cNvSpPr/>
              <p:nvPr/>
            </p:nvSpPr>
            <p:spPr bwMode="auto">
              <a:xfrm>
                <a:off x="1388" y="32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7" name="Oval 26"/>
              <p:cNvSpPr>
                <a:spLocks noChangeArrowheads="1"/>
              </p:cNvSpPr>
              <p:nvPr/>
            </p:nvSpPr>
            <p:spPr bwMode="auto">
              <a:xfrm>
                <a:off x="1423" y="35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8" name="Oval 27"/>
              <p:cNvSpPr>
                <a:spLocks noChangeArrowheads="1"/>
              </p:cNvSpPr>
              <p:nvPr/>
            </p:nvSpPr>
            <p:spPr bwMode="auto">
              <a:xfrm>
                <a:off x="1458" y="391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89" name="Freeform 28"/>
              <p:cNvSpPr/>
              <p:nvPr/>
            </p:nvSpPr>
            <p:spPr bwMode="auto">
              <a:xfrm>
                <a:off x="1491" y="424"/>
                <a:ext cx="22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0" name="Freeform 29"/>
              <p:cNvSpPr/>
              <p:nvPr/>
            </p:nvSpPr>
            <p:spPr bwMode="auto">
              <a:xfrm>
                <a:off x="1525" y="45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1" name="Freeform 30"/>
              <p:cNvSpPr/>
              <p:nvPr/>
            </p:nvSpPr>
            <p:spPr bwMode="auto">
              <a:xfrm>
                <a:off x="1559" y="4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2" name="Freeform 31"/>
              <p:cNvSpPr/>
              <p:nvPr/>
            </p:nvSpPr>
            <p:spPr bwMode="auto">
              <a:xfrm>
                <a:off x="1593" y="526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3" name="Freeform 32"/>
              <p:cNvSpPr/>
              <p:nvPr/>
            </p:nvSpPr>
            <p:spPr bwMode="auto">
              <a:xfrm>
                <a:off x="1627" y="56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4" name="Freeform 33"/>
              <p:cNvSpPr/>
              <p:nvPr/>
            </p:nvSpPr>
            <p:spPr bwMode="auto">
              <a:xfrm>
                <a:off x="1661" y="5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5" name="Freeform 34"/>
              <p:cNvSpPr/>
              <p:nvPr/>
            </p:nvSpPr>
            <p:spPr bwMode="auto">
              <a:xfrm>
                <a:off x="1695" y="628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6" name="Freeform 35"/>
              <p:cNvSpPr/>
              <p:nvPr/>
            </p:nvSpPr>
            <p:spPr bwMode="auto">
              <a:xfrm>
                <a:off x="1729" y="66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7" name="Freeform 36"/>
              <p:cNvSpPr/>
              <p:nvPr/>
            </p:nvSpPr>
            <p:spPr bwMode="auto">
              <a:xfrm>
                <a:off x="1763" y="6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8" name="Freeform 37"/>
              <p:cNvSpPr/>
              <p:nvPr/>
            </p:nvSpPr>
            <p:spPr bwMode="auto">
              <a:xfrm>
                <a:off x="1797" y="730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99" name="Freeform 38"/>
              <p:cNvSpPr/>
              <p:nvPr/>
            </p:nvSpPr>
            <p:spPr bwMode="auto">
              <a:xfrm>
                <a:off x="1831" y="76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0" name="Freeform 39"/>
              <p:cNvSpPr/>
              <p:nvPr/>
            </p:nvSpPr>
            <p:spPr bwMode="auto">
              <a:xfrm>
                <a:off x="1865" y="7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1" name="Freeform 40"/>
              <p:cNvSpPr/>
              <p:nvPr/>
            </p:nvSpPr>
            <p:spPr bwMode="auto">
              <a:xfrm>
                <a:off x="1899" y="83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2" name="Freeform 41"/>
              <p:cNvSpPr/>
              <p:nvPr/>
            </p:nvSpPr>
            <p:spPr bwMode="auto">
              <a:xfrm>
                <a:off x="1933" y="86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3" name="Freeform 42"/>
              <p:cNvSpPr/>
              <p:nvPr/>
            </p:nvSpPr>
            <p:spPr bwMode="auto">
              <a:xfrm>
                <a:off x="1967" y="9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4" name="Freeform 43"/>
              <p:cNvSpPr/>
              <p:nvPr/>
            </p:nvSpPr>
            <p:spPr bwMode="auto">
              <a:xfrm>
                <a:off x="2001" y="934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5" name="Freeform 44"/>
              <p:cNvSpPr/>
              <p:nvPr/>
            </p:nvSpPr>
            <p:spPr bwMode="auto">
              <a:xfrm>
                <a:off x="2035" y="96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6" name="Freeform 45"/>
              <p:cNvSpPr/>
              <p:nvPr/>
            </p:nvSpPr>
            <p:spPr bwMode="auto">
              <a:xfrm>
                <a:off x="1361" y="349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7" name="Freeform 46"/>
              <p:cNvSpPr/>
              <p:nvPr/>
            </p:nvSpPr>
            <p:spPr bwMode="auto">
              <a:xfrm>
                <a:off x="1395" y="38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8" name="Oval 47"/>
              <p:cNvSpPr>
                <a:spLocks noChangeArrowheads="1"/>
              </p:cNvSpPr>
              <p:nvPr/>
            </p:nvSpPr>
            <p:spPr bwMode="auto">
              <a:xfrm>
                <a:off x="1430" y="41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09" name="Freeform 48"/>
              <p:cNvSpPr/>
              <p:nvPr/>
            </p:nvSpPr>
            <p:spPr bwMode="auto">
              <a:xfrm>
                <a:off x="1463" y="451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0" name="Freeform 49"/>
              <p:cNvSpPr/>
              <p:nvPr/>
            </p:nvSpPr>
            <p:spPr bwMode="auto">
              <a:xfrm>
                <a:off x="1497" y="486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1" name="Freeform 50"/>
              <p:cNvSpPr/>
              <p:nvPr/>
            </p:nvSpPr>
            <p:spPr bwMode="auto">
              <a:xfrm>
                <a:off x="1531" y="5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2" name="Oval 51"/>
              <p:cNvSpPr>
                <a:spLocks noChangeArrowheads="1"/>
              </p:cNvSpPr>
              <p:nvPr/>
            </p:nvSpPr>
            <p:spPr bwMode="auto">
              <a:xfrm>
                <a:off x="1566" y="55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3" name="Freeform 52"/>
              <p:cNvSpPr/>
              <p:nvPr/>
            </p:nvSpPr>
            <p:spPr bwMode="auto">
              <a:xfrm>
                <a:off x="1599" y="5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4" name="Freeform 53"/>
              <p:cNvSpPr/>
              <p:nvPr/>
            </p:nvSpPr>
            <p:spPr bwMode="auto">
              <a:xfrm>
                <a:off x="1633" y="6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5" name="Freeform 54"/>
              <p:cNvSpPr/>
              <p:nvPr/>
            </p:nvSpPr>
            <p:spPr bwMode="auto">
              <a:xfrm>
                <a:off x="1667" y="656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6" name="Freeform 55"/>
              <p:cNvSpPr/>
              <p:nvPr/>
            </p:nvSpPr>
            <p:spPr bwMode="auto">
              <a:xfrm>
                <a:off x="1701" y="6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7" name="Freeform 56"/>
              <p:cNvSpPr/>
              <p:nvPr/>
            </p:nvSpPr>
            <p:spPr bwMode="auto">
              <a:xfrm>
                <a:off x="1735" y="72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8" name="Freeform 57"/>
              <p:cNvSpPr/>
              <p:nvPr/>
            </p:nvSpPr>
            <p:spPr bwMode="auto">
              <a:xfrm>
                <a:off x="1769" y="758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19" name="Freeform 58"/>
              <p:cNvSpPr/>
              <p:nvPr/>
            </p:nvSpPr>
            <p:spPr bwMode="auto">
              <a:xfrm>
                <a:off x="1803" y="7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0" name="Freeform 59"/>
              <p:cNvSpPr/>
              <p:nvPr/>
            </p:nvSpPr>
            <p:spPr bwMode="auto">
              <a:xfrm>
                <a:off x="1837" y="82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1" name="Freeform 60"/>
              <p:cNvSpPr/>
              <p:nvPr/>
            </p:nvSpPr>
            <p:spPr bwMode="auto">
              <a:xfrm>
                <a:off x="1871" y="860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2" name="Freeform 61"/>
              <p:cNvSpPr/>
              <p:nvPr/>
            </p:nvSpPr>
            <p:spPr bwMode="auto">
              <a:xfrm>
                <a:off x="1905" y="8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3" name="Freeform 62"/>
              <p:cNvSpPr/>
              <p:nvPr/>
            </p:nvSpPr>
            <p:spPr bwMode="auto">
              <a:xfrm>
                <a:off x="1939" y="92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4" name="Freeform 63"/>
              <p:cNvSpPr/>
              <p:nvPr/>
            </p:nvSpPr>
            <p:spPr bwMode="auto">
              <a:xfrm>
                <a:off x="1973" y="962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5" name="Freeform 64"/>
              <p:cNvSpPr/>
              <p:nvPr/>
            </p:nvSpPr>
            <p:spPr bwMode="auto">
              <a:xfrm>
                <a:off x="2007" y="9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6" name="Freeform 65"/>
              <p:cNvSpPr/>
              <p:nvPr/>
            </p:nvSpPr>
            <p:spPr bwMode="auto">
              <a:xfrm>
                <a:off x="1333" y="37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7" name="Freeform 66"/>
              <p:cNvSpPr/>
              <p:nvPr/>
            </p:nvSpPr>
            <p:spPr bwMode="auto">
              <a:xfrm>
                <a:off x="1367" y="4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8" name="Freeform 67"/>
              <p:cNvSpPr/>
              <p:nvPr/>
            </p:nvSpPr>
            <p:spPr bwMode="auto">
              <a:xfrm>
                <a:off x="1401" y="445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29" name="Freeform 68"/>
              <p:cNvSpPr/>
              <p:nvPr/>
            </p:nvSpPr>
            <p:spPr bwMode="auto">
              <a:xfrm>
                <a:off x="1435" y="47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0" name="Freeform 69"/>
              <p:cNvSpPr/>
              <p:nvPr/>
            </p:nvSpPr>
            <p:spPr bwMode="auto">
              <a:xfrm>
                <a:off x="1469" y="51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1" name="Freeform 70"/>
              <p:cNvSpPr/>
              <p:nvPr/>
            </p:nvSpPr>
            <p:spPr bwMode="auto">
              <a:xfrm>
                <a:off x="1503" y="547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2" name="Freeform 71"/>
              <p:cNvSpPr/>
              <p:nvPr/>
            </p:nvSpPr>
            <p:spPr bwMode="auto">
              <a:xfrm>
                <a:off x="1537" y="58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3" name="Freeform 72"/>
              <p:cNvSpPr/>
              <p:nvPr/>
            </p:nvSpPr>
            <p:spPr bwMode="auto">
              <a:xfrm>
                <a:off x="1571" y="615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4" name="Freeform 73"/>
              <p:cNvSpPr/>
              <p:nvPr/>
            </p:nvSpPr>
            <p:spPr bwMode="auto">
              <a:xfrm>
                <a:off x="1605" y="64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5" name="Freeform 74"/>
              <p:cNvSpPr/>
              <p:nvPr/>
            </p:nvSpPr>
            <p:spPr bwMode="auto">
              <a:xfrm>
                <a:off x="1639" y="684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6" name="Freeform 75"/>
              <p:cNvSpPr/>
              <p:nvPr/>
            </p:nvSpPr>
            <p:spPr bwMode="auto">
              <a:xfrm>
                <a:off x="1673" y="7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7" name="Freeform 76"/>
              <p:cNvSpPr/>
              <p:nvPr/>
            </p:nvSpPr>
            <p:spPr bwMode="auto">
              <a:xfrm>
                <a:off x="1707" y="7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8" name="Freeform 77"/>
              <p:cNvSpPr/>
              <p:nvPr/>
            </p:nvSpPr>
            <p:spPr bwMode="auto">
              <a:xfrm>
                <a:off x="1741" y="78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39" name="Freeform 78"/>
              <p:cNvSpPr/>
              <p:nvPr/>
            </p:nvSpPr>
            <p:spPr bwMode="auto">
              <a:xfrm>
                <a:off x="1775" y="8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0" name="Freeform 79"/>
              <p:cNvSpPr/>
              <p:nvPr/>
            </p:nvSpPr>
            <p:spPr bwMode="auto">
              <a:xfrm>
                <a:off x="1809" y="85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1" name="Freeform 80"/>
              <p:cNvSpPr/>
              <p:nvPr/>
            </p:nvSpPr>
            <p:spPr bwMode="auto">
              <a:xfrm>
                <a:off x="1844" y="88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2" name="Freeform 81"/>
              <p:cNvSpPr/>
              <p:nvPr/>
            </p:nvSpPr>
            <p:spPr bwMode="auto">
              <a:xfrm>
                <a:off x="1878" y="92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3" name="Freeform 82"/>
              <p:cNvSpPr/>
              <p:nvPr/>
            </p:nvSpPr>
            <p:spPr bwMode="auto">
              <a:xfrm>
                <a:off x="1912" y="95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4" name="Freeform 83"/>
              <p:cNvSpPr/>
              <p:nvPr/>
            </p:nvSpPr>
            <p:spPr bwMode="auto">
              <a:xfrm>
                <a:off x="1946" y="9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5" name="Freeform 84"/>
              <p:cNvSpPr/>
              <p:nvPr/>
            </p:nvSpPr>
            <p:spPr bwMode="auto">
              <a:xfrm>
                <a:off x="1980" y="102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6" name="Freeform 85"/>
              <p:cNvSpPr/>
              <p:nvPr/>
            </p:nvSpPr>
            <p:spPr bwMode="auto">
              <a:xfrm>
                <a:off x="1305" y="40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7" name="Freeform 86"/>
              <p:cNvSpPr/>
              <p:nvPr/>
            </p:nvSpPr>
            <p:spPr bwMode="auto">
              <a:xfrm>
                <a:off x="1339" y="43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8" name="Freeform 87"/>
              <p:cNvSpPr/>
              <p:nvPr/>
            </p:nvSpPr>
            <p:spPr bwMode="auto">
              <a:xfrm>
                <a:off x="1373" y="473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49" name="Freeform 88"/>
              <p:cNvSpPr/>
              <p:nvPr/>
            </p:nvSpPr>
            <p:spPr bwMode="auto">
              <a:xfrm>
                <a:off x="1407" y="5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0" name="Freeform 89"/>
              <p:cNvSpPr/>
              <p:nvPr/>
            </p:nvSpPr>
            <p:spPr bwMode="auto">
              <a:xfrm>
                <a:off x="1441" y="5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1" name="Freeform 90"/>
              <p:cNvSpPr/>
              <p:nvPr/>
            </p:nvSpPr>
            <p:spPr bwMode="auto">
              <a:xfrm>
                <a:off x="1475" y="575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2" name="Freeform 91"/>
              <p:cNvSpPr/>
              <p:nvPr/>
            </p:nvSpPr>
            <p:spPr bwMode="auto">
              <a:xfrm>
                <a:off x="1509" y="60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3" name="Freeform 92"/>
              <p:cNvSpPr/>
              <p:nvPr/>
            </p:nvSpPr>
            <p:spPr bwMode="auto">
              <a:xfrm>
                <a:off x="1543" y="643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4" name="Freeform 93"/>
              <p:cNvSpPr/>
              <p:nvPr/>
            </p:nvSpPr>
            <p:spPr bwMode="auto">
              <a:xfrm>
                <a:off x="1577" y="677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5" name="Freeform 94"/>
              <p:cNvSpPr/>
              <p:nvPr/>
            </p:nvSpPr>
            <p:spPr bwMode="auto">
              <a:xfrm>
                <a:off x="1611" y="71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6" name="Freeform 95"/>
              <p:cNvSpPr/>
              <p:nvPr/>
            </p:nvSpPr>
            <p:spPr bwMode="auto">
              <a:xfrm>
                <a:off x="1646" y="745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7" name="Freeform 96"/>
              <p:cNvSpPr/>
              <p:nvPr/>
            </p:nvSpPr>
            <p:spPr bwMode="auto">
              <a:xfrm>
                <a:off x="1680" y="77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8" name="Oval 97"/>
              <p:cNvSpPr>
                <a:spLocks noChangeArrowheads="1"/>
              </p:cNvSpPr>
              <p:nvPr/>
            </p:nvSpPr>
            <p:spPr bwMode="auto">
              <a:xfrm>
                <a:off x="1715" y="81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59" name="Oval 98"/>
              <p:cNvSpPr>
                <a:spLocks noChangeArrowheads="1"/>
              </p:cNvSpPr>
              <p:nvPr/>
            </p:nvSpPr>
            <p:spPr bwMode="auto">
              <a:xfrm>
                <a:off x="1749" y="8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0" name="Freeform 99"/>
              <p:cNvSpPr/>
              <p:nvPr/>
            </p:nvSpPr>
            <p:spPr bwMode="auto">
              <a:xfrm>
                <a:off x="1782" y="882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1" name="Freeform 100"/>
              <p:cNvSpPr/>
              <p:nvPr/>
            </p:nvSpPr>
            <p:spPr bwMode="auto">
              <a:xfrm>
                <a:off x="1816" y="9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2" name="Freeform 101"/>
              <p:cNvSpPr/>
              <p:nvPr/>
            </p:nvSpPr>
            <p:spPr bwMode="auto">
              <a:xfrm>
                <a:off x="1850" y="95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3" name="Freeform 102"/>
              <p:cNvSpPr/>
              <p:nvPr/>
            </p:nvSpPr>
            <p:spPr bwMode="auto">
              <a:xfrm>
                <a:off x="1884" y="98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4" name="Freeform 103"/>
              <p:cNvSpPr/>
              <p:nvPr/>
            </p:nvSpPr>
            <p:spPr bwMode="auto">
              <a:xfrm>
                <a:off x="1918" y="10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5" name="Freeform 104"/>
              <p:cNvSpPr/>
              <p:nvPr/>
            </p:nvSpPr>
            <p:spPr bwMode="auto">
              <a:xfrm>
                <a:off x="1952" y="10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6" name="Freeform 105"/>
              <p:cNvSpPr/>
              <p:nvPr/>
            </p:nvSpPr>
            <p:spPr bwMode="auto">
              <a:xfrm>
                <a:off x="1277" y="43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7" name="Freeform 106"/>
              <p:cNvSpPr/>
              <p:nvPr/>
            </p:nvSpPr>
            <p:spPr bwMode="auto">
              <a:xfrm>
                <a:off x="1311" y="467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8" name="Freeform 107"/>
              <p:cNvSpPr/>
              <p:nvPr/>
            </p:nvSpPr>
            <p:spPr bwMode="auto">
              <a:xfrm>
                <a:off x="1345" y="50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69" name="Oval 108"/>
              <p:cNvSpPr>
                <a:spLocks noChangeArrowheads="1"/>
              </p:cNvSpPr>
              <p:nvPr/>
            </p:nvSpPr>
            <p:spPr bwMode="auto">
              <a:xfrm>
                <a:off x="1380" y="5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0" name="Oval 109"/>
              <p:cNvSpPr>
                <a:spLocks noChangeArrowheads="1"/>
              </p:cNvSpPr>
              <p:nvPr/>
            </p:nvSpPr>
            <p:spPr bwMode="auto">
              <a:xfrm>
                <a:off x="1415" y="57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1" name="Freeform 110"/>
              <p:cNvSpPr/>
              <p:nvPr/>
            </p:nvSpPr>
            <p:spPr bwMode="auto">
              <a:xfrm>
                <a:off x="1448" y="60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2" name="Freeform 111"/>
              <p:cNvSpPr/>
              <p:nvPr/>
            </p:nvSpPr>
            <p:spPr bwMode="auto">
              <a:xfrm>
                <a:off x="1482" y="6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3" name="Oval 112"/>
              <p:cNvSpPr>
                <a:spLocks noChangeArrowheads="1"/>
              </p:cNvSpPr>
              <p:nvPr/>
            </p:nvSpPr>
            <p:spPr bwMode="auto">
              <a:xfrm>
                <a:off x="1517" y="6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4" name="Oval 113"/>
              <p:cNvSpPr>
                <a:spLocks noChangeArrowheads="1"/>
              </p:cNvSpPr>
              <p:nvPr/>
            </p:nvSpPr>
            <p:spPr bwMode="auto">
              <a:xfrm>
                <a:off x="1551" y="7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5" name="Freeform 114"/>
              <p:cNvSpPr/>
              <p:nvPr/>
            </p:nvSpPr>
            <p:spPr bwMode="auto">
              <a:xfrm>
                <a:off x="1584" y="7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6" name="Freeform 115"/>
              <p:cNvSpPr/>
              <p:nvPr/>
            </p:nvSpPr>
            <p:spPr bwMode="auto">
              <a:xfrm>
                <a:off x="1618" y="77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7" name="Oval 116"/>
              <p:cNvSpPr>
                <a:spLocks noChangeArrowheads="1"/>
              </p:cNvSpPr>
              <p:nvPr/>
            </p:nvSpPr>
            <p:spPr bwMode="auto">
              <a:xfrm>
                <a:off x="1653" y="8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8" name="Oval 117"/>
              <p:cNvSpPr>
                <a:spLocks noChangeArrowheads="1"/>
              </p:cNvSpPr>
              <p:nvPr/>
            </p:nvSpPr>
            <p:spPr bwMode="auto">
              <a:xfrm>
                <a:off x="1687" y="84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79" name="Freeform 118"/>
              <p:cNvSpPr/>
              <p:nvPr/>
            </p:nvSpPr>
            <p:spPr bwMode="auto">
              <a:xfrm>
                <a:off x="1720" y="87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0" name="Freeform 119"/>
              <p:cNvSpPr/>
              <p:nvPr/>
            </p:nvSpPr>
            <p:spPr bwMode="auto">
              <a:xfrm>
                <a:off x="1754" y="90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1" name="Oval 120"/>
              <p:cNvSpPr>
                <a:spLocks noChangeArrowheads="1"/>
              </p:cNvSpPr>
              <p:nvPr/>
            </p:nvSpPr>
            <p:spPr bwMode="auto">
              <a:xfrm>
                <a:off x="1789" y="94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2" name="Oval 121"/>
              <p:cNvSpPr>
                <a:spLocks noChangeArrowheads="1"/>
              </p:cNvSpPr>
              <p:nvPr/>
            </p:nvSpPr>
            <p:spPr bwMode="auto">
              <a:xfrm>
                <a:off x="1823" y="97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3" name="Freeform 122"/>
              <p:cNvSpPr/>
              <p:nvPr/>
            </p:nvSpPr>
            <p:spPr bwMode="auto">
              <a:xfrm>
                <a:off x="1856" y="10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4" name="Freeform 123"/>
              <p:cNvSpPr/>
              <p:nvPr/>
            </p:nvSpPr>
            <p:spPr bwMode="auto">
              <a:xfrm>
                <a:off x="1890" y="104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5" name="Freeform 124"/>
              <p:cNvSpPr/>
              <p:nvPr/>
            </p:nvSpPr>
            <p:spPr bwMode="auto">
              <a:xfrm>
                <a:off x="1924" y="1080"/>
                <a:ext cx="23" cy="22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6" name="Freeform 125"/>
              <p:cNvSpPr/>
              <p:nvPr/>
            </p:nvSpPr>
            <p:spPr bwMode="auto">
              <a:xfrm>
                <a:off x="1250" y="460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7" name="Freeform 126"/>
              <p:cNvSpPr/>
              <p:nvPr/>
            </p:nvSpPr>
            <p:spPr bwMode="auto">
              <a:xfrm>
                <a:off x="1284" y="4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8" name="Freeform 127"/>
              <p:cNvSpPr/>
              <p:nvPr/>
            </p:nvSpPr>
            <p:spPr bwMode="auto">
              <a:xfrm>
                <a:off x="1318" y="529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89" name="Freeform 128"/>
              <p:cNvSpPr/>
              <p:nvPr/>
            </p:nvSpPr>
            <p:spPr bwMode="auto">
              <a:xfrm>
                <a:off x="1352" y="56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0" name="Freeform 129"/>
              <p:cNvSpPr/>
              <p:nvPr/>
            </p:nvSpPr>
            <p:spPr bwMode="auto">
              <a:xfrm>
                <a:off x="1386" y="5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1" name="Freeform 130"/>
              <p:cNvSpPr/>
              <p:nvPr/>
            </p:nvSpPr>
            <p:spPr bwMode="auto">
              <a:xfrm>
                <a:off x="1420" y="63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2" name="Freeform 131"/>
              <p:cNvSpPr/>
              <p:nvPr/>
            </p:nvSpPr>
            <p:spPr bwMode="auto">
              <a:xfrm>
                <a:off x="1454" y="665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3" name="Oval 132"/>
              <p:cNvSpPr>
                <a:spLocks noChangeArrowheads="1"/>
              </p:cNvSpPr>
              <p:nvPr/>
            </p:nvSpPr>
            <p:spPr bwMode="auto">
              <a:xfrm>
                <a:off x="1489" y="7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4" name="Oval 133"/>
              <p:cNvSpPr>
                <a:spLocks noChangeArrowheads="1"/>
              </p:cNvSpPr>
              <p:nvPr/>
            </p:nvSpPr>
            <p:spPr bwMode="auto">
              <a:xfrm>
                <a:off x="1523" y="7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5" name="Freeform 134"/>
              <p:cNvSpPr/>
              <p:nvPr/>
            </p:nvSpPr>
            <p:spPr bwMode="auto">
              <a:xfrm>
                <a:off x="1556" y="767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6" name="Freeform 135"/>
              <p:cNvSpPr/>
              <p:nvPr/>
            </p:nvSpPr>
            <p:spPr bwMode="auto">
              <a:xfrm>
                <a:off x="1590" y="80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7" name="Oval 136"/>
              <p:cNvSpPr>
                <a:spLocks noChangeArrowheads="1"/>
              </p:cNvSpPr>
              <p:nvPr/>
            </p:nvSpPr>
            <p:spPr bwMode="auto">
              <a:xfrm>
                <a:off x="1625" y="8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8" name="Oval 137"/>
              <p:cNvSpPr>
                <a:spLocks noChangeArrowheads="1"/>
              </p:cNvSpPr>
              <p:nvPr/>
            </p:nvSpPr>
            <p:spPr bwMode="auto">
              <a:xfrm>
                <a:off x="1659" y="87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199" name="Freeform 138"/>
              <p:cNvSpPr/>
              <p:nvPr/>
            </p:nvSpPr>
            <p:spPr bwMode="auto">
              <a:xfrm>
                <a:off x="1692" y="90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0" name="Freeform 139"/>
              <p:cNvSpPr/>
              <p:nvPr/>
            </p:nvSpPr>
            <p:spPr bwMode="auto">
              <a:xfrm>
                <a:off x="1726" y="9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1" name="Oval 140"/>
              <p:cNvSpPr>
                <a:spLocks noChangeArrowheads="1"/>
              </p:cNvSpPr>
              <p:nvPr/>
            </p:nvSpPr>
            <p:spPr bwMode="auto">
              <a:xfrm>
                <a:off x="1761" y="9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2" name="Oval 141"/>
              <p:cNvSpPr>
                <a:spLocks noChangeArrowheads="1"/>
              </p:cNvSpPr>
              <p:nvPr/>
            </p:nvSpPr>
            <p:spPr bwMode="auto">
              <a:xfrm>
                <a:off x="1795" y="10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3" name="Freeform 142"/>
              <p:cNvSpPr/>
              <p:nvPr/>
            </p:nvSpPr>
            <p:spPr bwMode="auto">
              <a:xfrm>
                <a:off x="1828" y="10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4" name="Freeform 143"/>
              <p:cNvSpPr/>
              <p:nvPr/>
            </p:nvSpPr>
            <p:spPr bwMode="auto">
              <a:xfrm>
                <a:off x="1862" y="107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5" name="Oval 144"/>
              <p:cNvSpPr>
                <a:spLocks noChangeArrowheads="1"/>
              </p:cNvSpPr>
              <p:nvPr/>
            </p:nvSpPr>
            <p:spPr bwMode="auto">
              <a:xfrm>
                <a:off x="1897" y="11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6" name="Freeform 145"/>
              <p:cNvSpPr/>
              <p:nvPr/>
            </p:nvSpPr>
            <p:spPr bwMode="auto">
              <a:xfrm>
                <a:off x="1222" y="4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7" name="Freeform 146"/>
              <p:cNvSpPr/>
              <p:nvPr/>
            </p:nvSpPr>
            <p:spPr bwMode="auto">
              <a:xfrm>
                <a:off x="1256" y="522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8" name="Freeform 147"/>
              <p:cNvSpPr/>
              <p:nvPr/>
            </p:nvSpPr>
            <p:spPr bwMode="auto">
              <a:xfrm>
                <a:off x="1290" y="55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09" name="Freeform 148"/>
              <p:cNvSpPr/>
              <p:nvPr/>
            </p:nvSpPr>
            <p:spPr bwMode="auto">
              <a:xfrm>
                <a:off x="1324" y="5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0" name="Freeform 149"/>
              <p:cNvSpPr/>
              <p:nvPr/>
            </p:nvSpPr>
            <p:spPr bwMode="auto">
              <a:xfrm>
                <a:off x="1358" y="62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1" name="Freeform 150"/>
              <p:cNvSpPr/>
              <p:nvPr/>
            </p:nvSpPr>
            <p:spPr bwMode="auto">
              <a:xfrm>
                <a:off x="1392" y="65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2" name="Freeform 151"/>
              <p:cNvSpPr/>
              <p:nvPr/>
            </p:nvSpPr>
            <p:spPr bwMode="auto">
              <a:xfrm>
                <a:off x="1426" y="692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3" name="Freeform 152"/>
              <p:cNvSpPr/>
              <p:nvPr/>
            </p:nvSpPr>
            <p:spPr bwMode="auto">
              <a:xfrm>
                <a:off x="1460" y="727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4" name="Freeform 153"/>
              <p:cNvSpPr/>
              <p:nvPr/>
            </p:nvSpPr>
            <p:spPr bwMode="auto">
              <a:xfrm>
                <a:off x="1494" y="76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5" name="Freeform 154"/>
              <p:cNvSpPr/>
              <p:nvPr/>
            </p:nvSpPr>
            <p:spPr bwMode="auto">
              <a:xfrm>
                <a:off x="1528" y="79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6" name="Freeform 155"/>
              <p:cNvSpPr/>
              <p:nvPr/>
            </p:nvSpPr>
            <p:spPr bwMode="auto">
              <a:xfrm>
                <a:off x="1562" y="82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7" name="Oval 156"/>
              <p:cNvSpPr>
                <a:spLocks noChangeArrowheads="1"/>
              </p:cNvSpPr>
              <p:nvPr/>
            </p:nvSpPr>
            <p:spPr bwMode="auto">
              <a:xfrm>
                <a:off x="1597" y="86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8" name="Freeform 157"/>
              <p:cNvSpPr/>
              <p:nvPr/>
            </p:nvSpPr>
            <p:spPr bwMode="auto">
              <a:xfrm>
                <a:off x="1630" y="8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19" name="Freeform 158"/>
              <p:cNvSpPr/>
              <p:nvPr/>
            </p:nvSpPr>
            <p:spPr bwMode="auto">
              <a:xfrm>
                <a:off x="1664" y="931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0" name="Freeform 159"/>
              <p:cNvSpPr/>
              <p:nvPr/>
            </p:nvSpPr>
            <p:spPr bwMode="auto">
              <a:xfrm>
                <a:off x="1698" y="96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1" name="Oval 160"/>
              <p:cNvSpPr>
                <a:spLocks noChangeArrowheads="1"/>
              </p:cNvSpPr>
              <p:nvPr/>
            </p:nvSpPr>
            <p:spPr bwMode="auto">
              <a:xfrm>
                <a:off x="1733" y="10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2" name="Oval 161"/>
              <p:cNvSpPr>
                <a:spLocks noChangeArrowheads="1"/>
              </p:cNvSpPr>
              <p:nvPr/>
            </p:nvSpPr>
            <p:spPr bwMode="auto">
              <a:xfrm>
                <a:off x="1767" y="10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3" name="Freeform 162"/>
              <p:cNvSpPr/>
              <p:nvPr/>
            </p:nvSpPr>
            <p:spPr bwMode="auto">
              <a:xfrm>
                <a:off x="1801" y="1067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4" name="Freeform 163"/>
              <p:cNvSpPr/>
              <p:nvPr/>
            </p:nvSpPr>
            <p:spPr bwMode="auto">
              <a:xfrm>
                <a:off x="1835" y="1101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5" name="Oval 164"/>
              <p:cNvSpPr>
                <a:spLocks noChangeArrowheads="1"/>
              </p:cNvSpPr>
              <p:nvPr/>
            </p:nvSpPr>
            <p:spPr bwMode="auto">
              <a:xfrm>
                <a:off x="1870" y="11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6" name="Freeform 165"/>
              <p:cNvSpPr/>
              <p:nvPr/>
            </p:nvSpPr>
            <p:spPr bwMode="auto">
              <a:xfrm>
                <a:off x="1194" y="5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7" name="Freeform 166"/>
              <p:cNvSpPr/>
              <p:nvPr/>
            </p:nvSpPr>
            <p:spPr bwMode="auto">
              <a:xfrm>
                <a:off x="1228" y="55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8" name="Freeform 167"/>
              <p:cNvSpPr/>
              <p:nvPr/>
            </p:nvSpPr>
            <p:spPr bwMode="auto">
              <a:xfrm>
                <a:off x="1262" y="584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29" name="Freeform 168"/>
              <p:cNvSpPr/>
              <p:nvPr/>
            </p:nvSpPr>
            <p:spPr bwMode="auto">
              <a:xfrm>
                <a:off x="1296" y="6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0" name="Freeform 169"/>
              <p:cNvSpPr/>
              <p:nvPr/>
            </p:nvSpPr>
            <p:spPr bwMode="auto">
              <a:xfrm>
                <a:off x="1330" y="65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1" name="Freeform 170"/>
              <p:cNvSpPr/>
              <p:nvPr/>
            </p:nvSpPr>
            <p:spPr bwMode="auto">
              <a:xfrm>
                <a:off x="1364" y="686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2" name="Freeform 171"/>
              <p:cNvSpPr/>
              <p:nvPr/>
            </p:nvSpPr>
            <p:spPr bwMode="auto">
              <a:xfrm>
                <a:off x="1398" y="7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3" name="Freeform 172"/>
              <p:cNvSpPr/>
              <p:nvPr/>
            </p:nvSpPr>
            <p:spPr bwMode="auto">
              <a:xfrm>
                <a:off x="1432" y="75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4" name="Freeform 173"/>
              <p:cNvSpPr/>
              <p:nvPr/>
            </p:nvSpPr>
            <p:spPr bwMode="auto">
              <a:xfrm>
                <a:off x="1466" y="7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5" name="Freeform 174"/>
              <p:cNvSpPr/>
              <p:nvPr/>
            </p:nvSpPr>
            <p:spPr bwMode="auto">
              <a:xfrm>
                <a:off x="1500" y="8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6" name="Freeform 175"/>
              <p:cNvSpPr/>
              <p:nvPr/>
            </p:nvSpPr>
            <p:spPr bwMode="auto">
              <a:xfrm>
                <a:off x="1534" y="85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7" name="Freeform 176"/>
              <p:cNvSpPr/>
              <p:nvPr/>
            </p:nvSpPr>
            <p:spPr bwMode="auto">
              <a:xfrm>
                <a:off x="1568" y="89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8" name="Freeform 177"/>
              <p:cNvSpPr/>
              <p:nvPr/>
            </p:nvSpPr>
            <p:spPr bwMode="auto">
              <a:xfrm>
                <a:off x="1603" y="925"/>
                <a:ext cx="22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39" name="Freeform 178"/>
              <p:cNvSpPr/>
              <p:nvPr/>
            </p:nvSpPr>
            <p:spPr bwMode="auto">
              <a:xfrm>
                <a:off x="1637" y="95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0" name="Freeform 179"/>
              <p:cNvSpPr/>
              <p:nvPr/>
            </p:nvSpPr>
            <p:spPr bwMode="auto">
              <a:xfrm>
                <a:off x="1671" y="99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1" name="Freeform 180"/>
              <p:cNvSpPr/>
              <p:nvPr/>
            </p:nvSpPr>
            <p:spPr bwMode="auto">
              <a:xfrm>
                <a:off x="1705" y="102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2" name="Freeform 181"/>
              <p:cNvSpPr/>
              <p:nvPr/>
            </p:nvSpPr>
            <p:spPr bwMode="auto">
              <a:xfrm>
                <a:off x="1739" y="106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3" name="Freeform 182"/>
              <p:cNvSpPr/>
              <p:nvPr/>
            </p:nvSpPr>
            <p:spPr bwMode="auto">
              <a:xfrm>
                <a:off x="1773" y="109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4" name="Freeform 183"/>
              <p:cNvSpPr/>
              <p:nvPr/>
            </p:nvSpPr>
            <p:spPr bwMode="auto">
              <a:xfrm>
                <a:off x="1807" y="112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5" name="Freeform 184"/>
              <p:cNvSpPr/>
              <p:nvPr/>
            </p:nvSpPr>
            <p:spPr bwMode="auto">
              <a:xfrm>
                <a:off x="1841" y="116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6" name="Freeform 185"/>
              <p:cNvSpPr/>
              <p:nvPr/>
            </p:nvSpPr>
            <p:spPr bwMode="auto">
              <a:xfrm>
                <a:off x="1166" y="54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7" name="Freeform 186"/>
              <p:cNvSpPr/>
              <p:nvPr/>
            </p:nvSpPr>
            <p:spPr bwMode="auto">
              <a:xfrm>
                <a:off x="1200" y="57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8" name="Freeform 187"/>
              <p:cNvSpPr/>
              <p:nvPr/>
            </p:nvSpPr>
            <p:spPr bwMode="auto">
              <a:xfrm>
                <a:off x="1234" y="61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49" name="Freeform 188"/>
              <p:cNvSpPr/>
              <p:nvPr/>
            </p:nvSpPr>
            <p:spPr bwMode="auto">
              <a:xfrm>
                <a:off x="1268" y="64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0" name="Freeform 189"/>
              <p:cNvSpPr/>
              <p:nvPr/>
            </p:nvSpPr>
            <p:spPr bwMode="auto">
              <a:xfrm>
                <a:off x="1302" y="68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1" name="Freeform 190"/>
              <p:cNvSpPr/>
              <p:nvPr/>
            </p:nvSpPr>
            <p:spPr bwMode="auto">
              <a:xfrm>
                <a:off x="1336" y="71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2" name="Freeform 191"/>
              <p:cNvSpPr/>
              <p:nvPr/>
            </p:nvSpPr>
            <p:spPr bwMode="auto">
              <a:xfrm>
                <a:off x="1371" y="74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3" name="Freeform 192"/>
              <p:cNvSpPr/>
              <p:nvPr/>
            </p:nvSpPr>
            <p:spPr bwMode="auto">
              <a:xfrm>
                <a:off x="1405" y="78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4" name="Freeform 193"/>
              <p:cNvSpPr/>
              <p:nvPr/>
            </p:nvSpPr>
            <p:spPr bwMode="auto">
              <a:xfrm>
                <a:off x="1439" y="81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5" name="Freeform 194"/>
              <p:cNvSpPr/>
              <p:nvPr/>
            </p:nvSpPr>
            <p:spPr bwMode="auto">
              <a:xfrm>
                <a:off x="1473" y="85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6" name="Freeform 195"/>
              <p:cNvSpPr/>
              <p:nvPr/>
            </p:nvSpPr>
            <p:spPr bwMode="auto">
              <a:xfrm>
                <a:off x="1507" y="88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7" name="Freeform 196"/>
              <p:cNvSpPr/>
              <p:nvPr/>
            </p:nvSpPr>
            <p:spPr bwMode="auto">
              <a:xfrm>
                <a:off x="1541" y="9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8" name="Freeform 197"/>
              <p:cNvSpPr/>
              <p:nvPr/>
            </p:nvSpPr>
            <p:spPr bwMode="auto">
              <a:xfrm>
                <a:off x="1575" y="95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59" name="Freeform 198"/>
              <p:cNvSpPr/>
              <p:nvPr/>
            </p:nvSpPr>
            <p:spPr bwMode="auto">
              <a:xfrm>
                <a:off x="1609" y="98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60" name="Freeform 199"/>
              <p:cNvSpPr/>
              <p:nvPr/>
            </p:nvSpPr>
            <p:spPr bwMode="auto">
              <a:xfrm>
                <a:off x="1643" y="10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61" name="Freeform 200"/>
              <p:cNvSpPr/>
              <p:nvPr/>
            </p:nvSpPr>
            <p:spPr bwMode="auto">
              <a:xfrm>
                <a:off x="1677" y="105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62" name="Freeform 201"/>
              <p:cNvSpPr/>
              <p:nvPr/>
            </p:nvSpPr>
            <p:spPr bwMode="auto">
              <a:xfrm>
                <a:off x="1711" y="10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63" name="Freeform 202"/>
              <p:cNvSpPr/>
              <p:nvPr/>
            </p:nvSpPr>
            <p:spPr bwMode="auto">
              <a:xfrm>
                <a:off x="1745" y="112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64" name="Freeform 203"/>
              <p:cNvSpPr/>
              <p:nvPr/>
            </p:nvSpPr>
            <p:spPr bwMode="auto">
              <a:xfrm>
                <a:off x="1779" y="115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  <p:sp>
            <p:nvSpPr>
              <p:cNvPr id="265" name="Freeform 204"/>
              <p:cNvSpPr/>
              <p:nvPr/>
            </p:nvSpPr>
            <p:spPr bwMode="auto">
              <a:xfrm>
                <a:off x="1813" y="119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s-ES" baseline="-25000"/>
              </a:p>
            </p:txBody>
          </p:sp>
        </p:grpSp>
        <p:sp>
          <p:nvSpPr>
            <p:cNvPr id="4" name="Freeform 206"/>
            <p:cNvSpPr/>
            <p:nvPr/>
          </p:nvSpPr>
          <p:spPr bwMode="auto">
            <a:xfrm>
              <a:off x="565757" y="9080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" name="Freeform 207"/>
            <p:cNvSpPr/>
            <p:nvPr/>
          </p:nvSpPr>
          <p:spPr bwMode="auto">
            <a:xfrm>
              <a:off x="621319" y="962025"/>
              <a:ext cx="34925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" name="Freeform 208"/>
            <p:cNvSpPr/>
            <p:nvPr/>
          </p:nvSpPr>
          <p:spPr bwMode="auto">
            <a:xfrm>
              <a:off x="675294" y="10160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7" name="Freeform 209"/>
            <p:cNvSpPr/>
            <p:nvPr/>
          </p:nvSpPr>
          <p:spPr bwMode="auto">
            <a:xfrm>
              <a:off x="729269" y="10699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" name="Freeform 210"/>
            <p:cNvSpPr/>
            <p:nvPr/>
          </p:nvSpPr>
          <p:spPr bwMode="auto">
            <a:xfrm>
              <a:off x="783244" y="11239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9" name="Freeform 211"/>
            <p:cNvSpPr/>
            <p:nvPr/>
          </p:nvSpPr>
          <p:spPr bwMode="auto">
            <a:xfrm>
              <a:off x="837219" y="11779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0" name="Freeform 212"/>
            <p:cNvSpPr/>
            <p:nvPr/>
          </p:nvSpPr>
          <p:spPr bwMode="auto">
            <a:xfrm>
              <a:off x="891194" y="12319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1" name="Freeform 213"/>
            <p:cNvSpPr/>
            <p:nvPr/>
          </p:nvSpPr>
          <p:spPr bwMode="auto">
            <a:xfrm>
              <a:off x="945169" y="12858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2" name="Freeform 214"/>
            <p:cNvSpPr/>
            <p:nvPr/>
          </p:nvSpPr>
          <p:spPr bwMode="auto">
            <a:xfrm>
              <a:off x="999144" y="13398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3" name="Freeform 215"/>
            <p:cNvSpPr/>
            <p:nvPr/>
          </p:nvSpPr>
          <p:spPr bwMode="auto">
            <a:xfrm>
              <a:off x="1053119" y="139382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4" name="Freeform 216"/>
            <p:cNvSpPr/>
            <p:nvPr/>
          </p:nvSpPr>
          <p:spPr bwMode="auto">
            <a:xfrm>
              <a:off x="1107094" y="14478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5" name="Freeform 217"/>
            <p:cNvSpPr/>
            <p:nvPr/>
          </p:nvSpPr>
          <p:spPr bwMode="auto">
            <a:xfrm>
              <a:off x="1161069" y="15017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6" name="Freeform 218"/>
            <p:cNvSpPr/>
            <p:nvPr/>
          </p:nvSpPr>
          <p:spPr bwMode="auto">
            <a:xfrm>
              <a:off x="1215044" y="15557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7" name="Freeform 219"/>
            <p:cNvSpPr/>
            <p:nvPr/>
          </p:nvSpPr>
          <p:spPr bwMode="auto">
            <a:xfrm>
              <a:off x="1269019" y="160972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8" name="Freeform 220"/>
            <p:cNvSpPr/>
            <p:nvPr/>
          </p:nvSpPr>
          <p:spPr bwMode="auto">
            <a:xfrm>
              <a:off x="1322994" y="16637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9" name="Freeform 221"/>
            <p:cNvSpPr/>
            <p:nvPr/>
          </p:nvSpPr>
          <p:spPr bwMode="auto">
            <a:xfrm>
              <a:off x="1376969" y="17176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0" name="Freeform 222"/>
            <p:cNvSpPr/>
            <p:nvPr/>
          </p:nvSpPr>
          <p:spPr bwMode="auto">
            <a:xfrm>
              <a:off x="1430944" y="17716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1" name="Freeform 223"/>
            <p:cNvSpPr/>
            <p:nvPr/>
          </p:nvSpPr>
          <p:spPr bwMode="auto">
            <a:xfrm>
              <a:off x="1484919" y="18256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2" name="Freeform 224"/>
            <p:cNvSpPr/>
            <p:nvPr/>
          </p:nvSpPr>
          <p:spPr bwMode="auto">
            <a:xfrm>
              <a:off x="1538894" y="18796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3" name="Freeform 225"/>
            <p:cNvSpPr/>
            <p:nvPr/>
          </p:nvSpPr>
          <p:spPr bwMode="auto">
            <a:xfrm>
              <a:off x="1592869" y="19335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4" name="Freeform 226"/>
            <p:cNvSpPr/>
            <p:nvPr/>
          </p:nvSpPr>
          <p:spPr bwMode="auto">
            <a:xfrm>
              <a:off x="522894" y="950913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5" name="Freeform 227"/>
            <p:cNvSpPr/>
            <p:nvPr/>
          </p:nvSpPr>
          <p:spPr bwMode="auto">
            <a:xfrm>
              <a:off x="576869" y="10048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6" name="Freeform 228"/>
            <p:cNvSpPr/>
            <p:nvPr/>
          </p:nvSpPr>
          <p:spPr bwMode="auto">
            <a:xfrm>
              <a:off x="630844" y="10588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7" name="Freeform 229"/>
            <p:cNvSpPr/>
            <p:nvPr/>
          </p:nvSpPr>
          <p:spPr bwMode="auto">
            <a:xfrm>
              <a:off x="684819" y="1112838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8" name="Freeform 230"/>
            <p:cNvSpPr/>
            <p:nvPr/>
          </p:nvSpPr>
          <p:spPr bwMode="auto">
            <a:xfrm>
              <a:off x="738794" y="11668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29" name="Freeform 231"/>
            <p:cNvSpPr/>
            <p:nvPr/>
          </p:nvSpPr>
          <p:spPr bwMode="auto">
            <a:xfrm>
              <a:off x="792769" y="1222375"/>
              <a:ext cx="36513" cy="34925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0" name="Freeform 232"/>
            <p:cNvSpPr/>
            <p:nvPr/>
          </p:nvSpPr>
          <p:spPr bwMode="auto">
            <a:xfrm>
              <a:off x="846744" y="12763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1" name="Freeform 233"/>
            <p:cNvSpPr/>
            <p:nvPr/>
          </p:nvSpPr>
          <p:spPr bwMode="auto">
            <a:xfrm>
              <a:off x="900719" y="13303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2" name="Freeform 234"/>
            <p:cNvSpPr/>
            <p:nvPr/>
          </p:nvSpPr>
          <p:spPr bwMode="auto">
            <a:xfrm>
              <a:off x="954694" y="13843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3" name="Freeform 235"/>
            <p:cNvSpPr/>
            <p:nvPr/>
          </p:nvSpPr>
          <p:spPr bwMode="auto">
            <a:xfrm>
              <a:off x="1008669" y="143827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4" name="Freeform 236"/>
            <p:cNvSpPr/>
            <p:nvPr/>
          </p:nvSpPr>
          <p:spPr bwMode="auto">
            <a:xfrm>
              <a:off x="1062644" y="14922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5" name="Freeform 237"/>
            <p:cNvSpPr/>
            <p:nvPr/>
          </p:nvSpPr>
          <p:spPr bwMode="auto">
            <a:xfrm>
              <a:off x="1116619" y="15462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6" name="Freeform 238"/>
            <p:cNvSpPr/>
            <p:nvPr/>
          </p:nvSpPr>
          <p:spPr bwMode="auto">
            <a:xfrm>
              <a:off x="1170594" y="160020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7" name="Freeform 239"/>
            <p:cNvSpPr/>
            <p:nvPr/>
          </p:nvSpPr>
          <p:spPr bwMode="auto">
            <a:xfrm>
              <a:off x="1224569" y="16541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8" name="Freeform 240"/>
            <p:cNvSpPr/>
            <p:nvPr/>
          </p:nvSpPr>
          <p:spPr bwMode="auto">
            <a:xfrm>
              <a:off x="1278544" y="17081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39" name="Freeform 241"/>
            <p:cNvSpPr/>
            <p:nvPr/>
          </p:nvSpPr>
          <p:spPr bwMode="auto">
            <a:xfrm>
              <a:off x="1332519" y="176212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0" name="Freeform 242"/>
            <p:cNvSpPr/>
            <p:nvPr/>
          </p:nvSpPr>
          <p:spPr bwMode="auto">
            <a:xfrm>
              <a:off x="1386494" y="18161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1" name="Freeform 243"/>
            <p:cNvSpPr/>
            <p:nvPr/>
          </p:nvSpPr>
          <p:spPr bwMode="auto">
            <a:xfrm>
              <a:off x="1440469" y="18700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2" name="Freeform 244"/>
            <p:cNvSpPr/>
            <p:nvPr/>
          </p:nvSpPr>
          <p:spPr bwMode="auto">
            <a:xfrm>
              <a:off x="1494444" y="19240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3" name="Freeform 245"/>
            <p:cNvSpPr/>
            <p:nvPr/>
          </p:nvSpPr>
          <p:spPr bwMode="auto">
            <a:xfrm>
              <a:off x="1550007" y="1978025"/>
              <a:ext cx="34925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4" name="Freeform 246"/>
            <p:cNvSpPr/>
            <p:nvPr/>
          </p:nvSpPr>
          <p:spPr bwMode="auto">
            <a:xfrm>
              <a:off x="478444" y="9953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5" name="Freeform 247"/>
            <p:cNvSpPr/>
            <p:nvPr/>
          </p:nvSpPr>
          <p:spPr bwMode="auto">
            <a:xfrm>
              <a:off x="532419" y="104933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6" name="Oval 248"/>
            <p:cNvSpPr>
              <a:spLocks noChangeArrowheads="1"/>
            </p:cNvSpPr>
            <p:nvPr/>
          </p:nvSpPr>
          <p:spPr bwMode="auto">
            <a:xfrm>
              <a:off x="587982" y="11049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7" name="Freeform 249"/>
            <p:cNvSpPr/>
            <p:nvPr/>
          </p:nvSpPr>
          <p:spPr bwMode="auto">
            <a:xfrm>
              <a:off x="640369" y="11572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8" name="Freeform 250"/>
            <p:cNvSpPr/>
            <p:nvPr/>
          </p:nvSpPr>
          <p:spPr bwMode="auto">
            <a:xfrm>
              <a:off x="694344" y="1211263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49" name="Freeform 251"/>
            <p:cNvSpPr/>
            <p:nvPr/>
          </p:nvSpPr>
          <p:spPr bwMode="auto">
            <a:xfrm>
              <a:off x="748319" y="1265238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0" name="Freeform 252"/>
            <p:cNvSpPr/>
            <p:nvPr/>
          </p:nvSpPr>
          <p:spPr bwMode="auto">
            <a:xfrm>
              <a:off x="802294" y="13192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1" name="Freeform 253"/>
            <p:cNvSpPr/>
            <p:nvPr/>
          </p:nvSpPr>
          <p:spPr bwMode="auto">
            <a:xfrm>
              <a:off x="856269" y="137318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2" name="Freeform 254"/>
            <p:cNvSpPr/>
            <p:nvPr/>
          </p:nvSpPr>
          <p:spPr bwMode="auto">
            <a:xfrm>
              <a:off x="910244" y="1427163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3" name="Freeform 255"/>
            <p:cNvSpPr/>
            <p:nvPr/>
          </p:nvSpPr>
          <p:spPr bwMode="auto">
            <a:xfrm>
              <a:off x="964219" y="148113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4" name="Freeform 256"/>
            <p:cNvSpPr/>
            <p:nvPr/>
          </p:nvSpPr>
          <p:spPr bwMode="auto">
            <a:xfrm>
              <a:off x="1018194" y="1536700"/>
              <a:ext cx="36513" cy="34925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5" name="Freeform 257"/>
            <p:cNvSpPr/>
            <p:nvPr/>
          </p:nvSpPr>
          <p:spPr bwMode="auto">
            <a:xfrm>
              <a:off x="1072169" y="159067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6" name="Freeform 258"/>
            <p:cNvSpPr/>
            <p:nvPr/>
          </p:nvSpPr>
          <p:spPr bwMode="auto">
            <a:xfrm>
              <a:off x="1126144" y="16446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7" name="Freeform 259"/>
            <p:cNvSpPr/>
            <p:nvPr/>
          </p:nvSpPr>
          <p:spPr bwMode="auto">
            <a:xfrm>
              <a:off x="1180119" y="169862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8" name="Freeform 260"/>
            <p:cNvSpPr/>
            <p:nvPr/>
          </p:nvSpPr>
          <p:spPr bwMode="auto">
            <a:xfrm>
              <a:off x="1235682" y="1752600"/>
              <a:ext cx="34925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59" name="Freeform 261"/>
            <p:cNvSpPr/>
            <p:nvPr/>
          </p:nvSpPr>
          <p:spPr bwMode="auto">
            <a:xfrm>
              <a:off x="1289657" y="18065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0" name="Freeform 262"/>
            <p:cNvSpPr/>
            <p:nvPr/>
          </p:nvSpPr>
          <p:spPr bwMode="auto">
            <a:xfrm>
              <a:off x="1343632" y="1860550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1" name="Freeform 263"/>
            <p:cNvSpPr/>
            <p:nvPr/>
          </p:nvSpPr>
          <p:spPr bwMode="auto">
            <a:xfrm>
              <a:off x="1397607" y="191452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2" name="Freeform 264"/>
            <p:cNvSpPr/>
            <p:nvPr/>
          </p:nvSpPr>
          <p:spPr bwMode="auto">
            <a:xfrm>
              <a:off x="1451582" y="19685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63" name="Freeform 265"/>
            <p:cNvSpPr/>
            <p:nvPr/>
          </p:nvSpPr>
          <p:spPr bwMode="auto">
            <a:xfrm>
              <a:off x="1505557" y="202247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  <p:sp>
        <p:nvSpPr>
          <p:cNvPr id="266" name="Freeform 881"/>
          <p:cNvSpPr/>
          <p:nvPr userDrawn="1"/>
        </p:nvSpPr>
        <p:spPr bwMode="auto">
          <a:xfrm>
            <a:off x="8403036" y="4402536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s-ES"/>
          </a:p>
        </p:txBody>
      </p:sp>
      <p:sp>
        <p:nvSpPr>
          <p:cNvPr id="267" name="Freeform 352"/>
          <p:cNvSpPr/>
          <p:nvPr userDrawn="1"/>
        </p:nvSpPr>
        <p:spPr bwMode="auto">
          <a:xfrm>
            <a:off x="-1093603" y="3011591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tile tx="0" ty="0" sx="100000" sy="100000" flip="none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5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723900" y="1369219"/>
            <a:ext cx="7696200" cy="322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naheim" panose="02000503000000000000"/>
                <a:ea typeface="Anaheim" panose="02000503000000000000"/>
                <a:cs typeface="Anaheim" panose="02000503000000000000"/>
                <a:sym typeface="Anaheim" panose="02000503000000000000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naheim" panose="02000503000000000000"/>
                <a:ea typeface="Anaheim" panose="02000503000000000000"/>
                <a:cs typeface="Anaheim" panose="02000503000000000000"/>
                <a:sym typeface="Anaheim" panose="02000503000000000000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naheim" panose="02000503000000000000"/>
                <a:ea typeface="Anaheim" panose="02000503000000000000"/>
                <a:cs typeface="Anaheim" panose="02000503000000000000"/>
                <a:sym typeface="Anaheim" panose="02000503000000000000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Anaheim" panose="02000503000000000000"/>
                <a:ea typeface="Anaheim" panose="02000503000000000000"/>
                <a:cs typeface="Anaheim" panose="02000503000000000000"/>
                <a:sym typeface="Anaheim" panose="02000503000000000000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Anaheim" panose="02000503000000000000"/>
                <a:ea typeface="Anaheim" panose="02000503000000000000"/>
                <a:cs typeface="Anaheim" panose="02000503000000000000"/>
                <a:sym typeface="Anaheim" panose="02000503000000000000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1" i="0" u="none" strike="noStrike" cap="none">
          <a:solidFill>
            <a:schemeClr val="tx1"/>
          </a:solidFill>
          <a:latin typeface="Poppins ExtraBold" panose="00000900000000000000" pitchFamily="2" charset="0"/>
          <a:ea typeface="Poppins ExtraBold" panose="00000900000000000000" pitchFamily="2" charset="0"/>
          <a:cs typeface="Poppins ExtraBold" panose="00000900000000000000" pitchFamily="2" charset="0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>
            <a:spLocks noGrp="1"/>
          </p:cNvSpPr>
          <p:nvPr>
            <p:ph type="ctrTitle"/>
          </p:nvPr>
        </p:nvSpPr>
        <p:spPr>
          <a:xfrm>
            <a:off x="1105030" y="1372487"/>
            <a:ext cx="6895969" cy="1376278"/>
          </a:xfrm>
        </p:spPr>
        <p:txBody>
          <a:bodyPr/>
          <a:lstStyle/>
          <a:p>
            <a:r>
              <a:rPr lang="vi-VN" sz="3200" dirty="0"/>
              <a:t>LOGIFLOW</a:t>
            </a:r>
            <a:br>
              <a:rPr lang="vi-VN" sz="3200" dirty="0"/>
            </a:br>
            <a:r>
              <a:rPr lang="vi-VN" sz="3200" dirty="0" err="1"/>
              <a:t>Logistics</a:t>
            </a:r>
            <a:r>
              <a:rPr lang="vi-VN" sz="3200" dirty="0"/>
              <a:t> </a:t>
            </a:r>
            <a:r>
              <a:rPr lang="vi-VN" sz="3200" dirty="0" err="1"/>
              <a:t>Management</a:t>
            </a:r>
            <a:r>
              <a:rPr lang="vi-VN" sz="3200" dirty="0"/>
              <a:t> </a:t>
            </a:r>
            <a:r>
              <a:rPr lang="vi-VN" sz="3200" dirty="0" err="1"/>
              <a:t>System</a:t>
            </a:r>
            <a:endParaRPr lang="vi-VN" sz="3200" dirty="0"/>
          </a:p>
        </p:txBody>
      </p:sp>
      <p:sp>
        <p:nvSpPr>
          <p:cNvPr id="78" name="Google Shape;78;p1"/>
          <p:cNvSpPr txBox="1">
            <a:spLocks noGrp="1"/>
          </p:cNvSpPr>
          <p:nvPr>
            <p:ph type="subTitle" idx="1"/>
          </p:nvPr>
        </p:nvSpPr>
        <p:spPr>
          <a:xfrm>
            <a:off x="785091" y="3412063"/>
            <a:ext cx="7215909" cy="681874"/>
          </a:xfrm>
        </p:spPr>
        <p:txBody>
          <a:bodyPr/>
          <a:lstStyle/>
          <a:p>
            <a:r>
              <a:rPr lang="en-US" dirty="0"/>
              <a:t>Group 04 - T11.2311.M0 | Visual Studio 2022 | .NET 8 | PostgreSQL</a:t>
            </a:r>
            <a:endParaRPr lang="en-US" dirty="0"/>
          </a:p>
          <a:p>
            <a:pPr lvl="0"/>
            <a:endParaRPr lang="en-US" dirty="0"/>
          </a:p>
        </p:txBody>
      </p:sp>
      <p:grpSp>
        <p:nvGrpSpPr>
          <p:cNvPr id="836" name="Group 835"/>
          <p:cNvGrpSpPr/>
          <p:nvPr/>
        </p:nvGrpSpPr>
        <p:grpSpPr>
          <a:xfrm>
            <a:off x="7299731" y="-188874"/>
            <a:ext cx="2300556" cy="2575530"/>
            <a:chOff x="3238240" y="323850"/>
            <a:chExt cx="1739901" cy="1947863"/>
          </a:xfrm>
        </p:grpSpPr>
        <p:sp>
          <p:nvSpPr>
            <p:cNvPr id="837" name="Freeform 352"/>
            <p:cNvSpPr/>
            <p:nvPr/>
          </p:nvSpPr>
          <p:spPr bwMode="auto">
            <a:xfrm>
              <a:off x="3238240" y="323850"/>
              <a:ext cx="1654175" cy="1947863"/>
            </a:xfrm>
            <a:custGeom>
              <a:avLst/>
              <a:gdLst>
                <a:gd name="T0" fmla="*/ 50016 w 50016"/>
                <a:gd name="T1" fmla="*/ 49881 h 58876"/>
                <a:gd name="T2" fmla="*/ 135 w 50016"/>
                <a:gd name="T3" fmla="*/ 0 h 58876"/>
                <a:gd name="T4" fmla="*/ 0 w 50016"/>
                <a:gd name="T5" fmla="*/ 29959 h 58876"/>
                <a:gd name="T6" fmla="*/ 26668 w 50016"/>
                <a:gd name="T7" fmla="*/ 56627 h 58876"/>
                <a:gd name="T8" fmla="*/ 32096 w 50016"/>
                <a:gd name="T9" fmla="*/ 58876 h 58876"/>
                <a:gd name="T10" fmla="*/ 49927 w 50016"/>
                <a:gd name="T11" fmla="*/ 58876 h 58876"/>
                <a:gd name="T12" fmla="*/ 50016 w 50016"/>
                <a:gd name="T13" fmla="*/ 49881 h 58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016" h="5887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38" name="Freeform 353"/>
            <p:cNvSpPr/>
            <p:nvPr/>
          </p:nvSpPr>
          <p:spPr bwMode="auto">
            <a:xfrm>
              <a:off x="4036753" y="947738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39" name="Freeform 354"/>
            <p:cNvSpPr/>
            <p:nvPr/>
          </p:nvSpPr>
          <p:spPr bwMode="auto">
            <a:xfrm>
              <a:off x="3724015" y="1260475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40" name="Freeform 355"/>
            <p:cNvSpPr/>
            <p:nvPr/>
          </p:nvSpPr>
          <p:spPr bwMode="auto">
            <a:xfrm>
              <a:off x="4109778" y="1271588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841" name="Freeform 356"/>
            <p:cNvSpPr/>
            <p:nvPr/>
          </p:nvSpPr>
          <p:spPr bwMode="auto">
            <a:xfrm>
              <a:off x="4192328" y="1189038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  <p:grpSp>
        <p:nvGrpSpPr>
          <p:cNvPr id="1104" name="Group 1103"/>
          <p:cNvGrpSpPr/>
          <p:nvPr/>
        </p:nvGrpSpPr>
        <p:grpSpPr>
          <a:xfrm>
            <a:off x="-8453" y="2367224"/>
            <a:ext cx="2187206" cy="2789633"/>
            <a:chOff x="3700202" y="2700338"/>
            <a:chExt cx="1654175" cy="2109788"/>
          </a:xfrm>
        </p:grpSpPr>
        <p:sp>
          <p:nvSpPr>
            <p:cNvPr id="1105" name="Freeform 880"/>
            <p:cNvSpPr/>
            <p:nvPr/>
          </p:nvSpPr>
          <p:spPr bwMode="auto">
            <a:xfrm>
              <a:off x="3700202" y="2700338"/>
              <a:ext cx="1654175" cy="2109788"/>
            </a:xfrm>
            <a:custGeom>
              <a:avLst/>
              <a:gdLst>
                <a:gd name="T0" fmla="*/ 50004 w 50004"/>
                <a:gd name="T1" fmla="*/ 50004 h 63780"/>
                <a:gd name="T2" fmla="*/ 0 w 50004"/>
                <a:gd name="T3" fmla="*/ 0 h 63780"/>
                <a:gd name="T4" fmla="*/ 79 w 50004"/>
                <a:gd name="T5" fmla="*/ 29993 h 63780"/>
                <a:gd name="T6" fmla="*/ 33867 w 50004"/>
                <a:gd name="T7" fmla="*/ 63780 h 63780"/>
                <a:gd name="T8" fmla="*/ 50001 w 50004"/>
                <a:gd name="T9" fmla="*/ 63703 h 63780"/>
                <a:gd name="T10" fmla="*/ 50004 w 50004"/>
                <a:gd name="T11" fmla="*/ 50004 h 63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004" h="6378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106" name="Freeform 882"/>
            <p:cNvSpPr/>
            <p:nvPr/>
          </p:nvSpPr>
          <p:spPr bwMode="auto">
            <a:xfrm>
              <a:off x="3703377" y="3690938"/>
              <a:ext cx="1117600" cy="1117600"/>
            </a:xfrm>
            <a:custGeom>
              <a:avLst/>
              <a:gdLst>
                <a:gd name="T0" fmla="*/ 0 w 33788"/>
                <a:gd name="T1" fmla="*/ 0 h 33787"/>
                <a:gd name="T2" fmla="*/ 33788 w 33788"/>
                <a:gd name="T3" fmla="*/ 33787 h 33787"/>
                <a:gd name="T4" fmla="*/ 36 w 33788"/>
                <a:gd name="T5" fmla="*/ 33751 h 33787"/>
                <a:gd name="T6" fmla="*/ 0 w 33788"/>
                <a:gd name="T7" fmla="*/ 0 h 33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788" h="33787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107" name="Freeform 883"/>
            <p:cNvSpPr/>
            <p:nvPr/>
          </p:nvSpPr>
          <p:spPr bwMode="auto">
            <a:xfrm>
              <a:off x="4057390" y="3656013"/>
              <a:ext cx="935038" cy="652463"/>
            </a:xfrm>
            <a:custGeom>
              <a:avLst/>
              <a:gdLst>
                <a:gd name="T0" fmla="*/ 0 w 28281"/>
                <a:gd name="T1" fmla="*/ 5276 h 19728"/>
                <a:gd name="T2" fmla="*/ 0 w 28281"/>
                <a:gd name="T3" fmla="*/ 5276 h 19728"/>
                <a:gd name="T4" fmla="*/ 19104 w 28281"/>
                <a:gd name="T5" fmla="*/ 5276 h 19728"/>
                <a:gd name="T6" fmla="*/ 28281 w 28281"/>
                <a:gd name="T7" fmla="*/ 14453 h 19728"/>
                <a:gd name="T8" fmla="*/ 28281 w 28281"/>
                <a:gd name="T9" fmla="*/ 14453 h 19728"/>
                <a:gd name="T10" fmla="*/ 9177 w 28281"/>
                <a:gd name="T11" fmla="*/ 14453 h 19728"/>
                <a:gd name="T12" fmla="*/ 0 w 28281"/>
                <a:gd name="T13" fmla="*/ 5276 h 19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8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108" name="Freeform 884"/>
            <p:cNvSpPr/>
            <p:nvPr/>
          </p:nvSpPr>
          <p:spPr bwMode="auto">
            <a:xfrm>
              <a:off x="3746240" y="3967163"/>
              <a:ext cx="935038" cy="652463"/>
            </a:xfrm>
            <a:custGeom>
              <a:avLst/>
              <a:gdLst>
                <a:gd name="T0" fmla="*/ 0 w 28281"/>
                <a:gd name="T1" fmla="*/ 5275 h 19727"/>
                <a:gd name="T2" fmla="*/ 0 w 28281"/>
                <a:gd name="T3" fmla="*/ 5275 h 19727"/>
                <a:gd name="T4" fmla="*/ 19104 w 28281"/>
                <a:gd name="T5" fmla="*/ 5275 h 19727"/>
                <a:gd name="T6" fmla="*/ 28281 w 28281"/>
                <a:gd name="T7" fmla="*/ 14452 h 19727"/>
                <a:gd name="T8" fmla="*/ 28281 w 28281"/>
                <a:gd name="T9" fmla="*/ 14452 h 19727"/>
                <a:gd name="T10" fmla="*/ 9177 w 28281"/>
                <a:gd name="T11" fmla="*/ 14452 h 19727"/>
                <a:gd name="T12" fmla="*/ 0 w 28281"/>
                <a:gd name="T13" fmla="*/ 5275 h 19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7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109" name="Freeform 885"/>
            <p:cNvSpPr/>
            <p:nvPr/>
          </p:nvSpPr>
          <p:spPr bwMode="auto">
            <a:xfrm>
              <a:off x="4128827" y="3976688"/>
              <a:ext cx="401638" cy="401638"/>
            </a:xfrm>
            <a:custGeom>
              <a:avLst/>
              <a:gdLst>
                <a:gd name="T0" fmla="*/ 2647 w 12133"/>
                <a:gd name="T1" fmla="*/ 9486 h 12133"/>
                <a:gd name="T2" fmla="*/ 12133 w 12133"/>
                <a:gd name="T3" fmla="*/ 9597 h 12133"/>
                <a:gd name="T4" fmla="*/ 2536 w 12133"/>
                <a:gd name="T5" fmla="*/ 0 h 12133"/>
                <a:gd name="T6" fmla="*/ 2647 w 12133"/>
                <a:gd name="T7" fmla="*/ 9486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  <p:sp>
          <p:nvSpPr>
            <p:cNvPr id="1110" name="Freeform 886"/>
            <p:cNvSpPr/>
            <p:nvPr/>
          </p:nvSpPr>
          <p:spPr bwMode="auto">
            <a:xfrm>
              <a:off x="4211377" y="3895725"/>
              <a:ext cx="401638" cy="401638"/>
            </a:xfrm>
            <a:custGeom>
              <a:avLst/>
              <a:gdLst>
                <a:gd name="T0" fmla="*/ 9486 w 12133"/>
                <a:gd name="T1" fmla="*/ 2647 h 12133"/>
                <a:gd name="T2" fmla="*/ 0 w 12133"/>
                <a:gd name="T3" fmla="*/ 2536 h 12133"/>
                <a:gd name="T4" fmla="*/ 9597 w 12133"/>
                <a:gd name="T5" fmla="*/ 12133 h 12133"/>
                <a:gd name="T6" fmla="*/ 9486 w 12133"/>
                <a:gd name="T7" fmla="*/ 2647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s-ES"/>
            </a:p>
          </p:txBody>
        </p:sp>
      </p:grpSp>
      <p:sp>
        <p:nvSpPr>
          <p:cNvPr id="1111" name="Freeform 352"/>
          <p:cNvSpPr/>
          <p:nvPr/>
        </p:nvSpPr>
        <p:spPr bwMode="auto">
          <a:xfrm>
            <a:off x="7505439" y="-2014745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92D050"/>
                </a:solidFill>
              </a:rPr>
              <a:t>Group Members</a:t>
            </a:r>
            <a:endParaRPr lang="en-US" dirty="0">
              <a:solidFill>
                <a:srgbClr val="92D050"/>
              </a:solidFill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40080" y="1122680"/>
          <a:ext cx="7780020" cy="2561528"/>
        </p:xfrm>
        <a:graphic>
          <a:graphicData uri="http://schemas.openxmlformats.org/drawingml/2006/table">
            <a:tbl>
              <a:tblPr firstRow="1" firstCol="1" bandRow="1">
                <a:tableStyleId>{A6DF7B9C-EBDF-46A0-83E7-B09A4955A7FC}</a:tableStyleId>
              </a:tblPr>
              <a:tblGrid>
                <a:gridCol w="2593340"/>
                <a:gridCol w="2593340"/>
                <a:gridCol w="2593340"/>
              </a:tblGrid>
              <a:tr h="4806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Name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Role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Responsibilities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4806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Trần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kern="100" dirty="0" err="1">
                          <a:effectLst/>
                        </a:rPr>
                        <a:t>Trọng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kern="100" dirty="0" err="1">
                          <a:effectLst/>
                        </a:rPr>
                        <a:t>Nhân</a:t>
                      </a:r>
                      <a:r>
                        <a:rPr lang="en-US" sz="1200" kern="100" dirty="0">
                          <a:effectLst/>
                        </a:rPr>
                        <a:t> (Leader)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Full-stack Developer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/>
                        <a:t>System architecture, Authentication &amp; Authorization, Admin modules, API design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4806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Tăng</a:t>
                      </a: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Trấn</a:t>
                      </a: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Vĩ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Full-stack Developer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/>
                        <a:t>Dispatcher APIs, Order &amp; Trip management, Driver assignment logic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4806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Đặng Văn Anh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Full-stack Developer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vi-VN" sz="1200" dirty="0" err="1"/>
                        <a:t>Customer</a:t>
                      </a:r>
                      <a:r>
                        <a:rPr lang="vi-VN" sz="1200" dirty="0"/>
                        <a:t> </a:t>
                      </a:r>
                      <a:r>
                        <a:rPr lang="vi-VN" sz="1200" dirty="0" err="1"/>
                        <a:t>module</a:t>
                      </a:r>
                      <a:r>
                        <a:rPr lang="vi-VN" sz="1200" dirty="0"/>
                        <a:t>, </a:t>
                      </a:r>
                      <a:r>
                        <a:rPr lang="vi-VN" sz="1200" dirty="0" err="1"/>
                        <a:t>Map</a:t>
                      </a:r>
                      <a:r>
                        <a:rPr lang="vi-VN" sz="1200" dirty="0"/>
                        <a:t> &amp; GPS </a:t>
                      </a:r>
                      <a:r>
                        <a:rPr lang="vi-VN" sz="1200" dirty="0" err="1"/>
                        <a:t>integration</a:t>
                      </a:r>
                      <a:r>
                        <a:rPr lang="vi-VN" sz="1200" dirty="0"/>
                        <a:t>, </a:t>
                      </a:r>
                      <a:r>
                        <a:rPr lang="vi-VN" sz="1200" dirty="0" err="1"/>
                        <a:t>Mobile</a:t>
                      </a:r>
                      <a:r>
                        <a:rPr lang="vi-VN" sz="1200" dirty="0"/>
                        <a:t> </a:t>
                      </a:r>
                      <a:r>
                        <a:rPr lang="vi-VN" sz="1200" dirty="0" err="1"/>
                        <a:t>APIs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4806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Lưu Thuận Phát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Full-stack Developer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/>
                        <a:t>Driver mobile app, Trip status updates, GPS tracking, Notifications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PROJECT OVERVIEW</a:t>
            </a:r>
            <a:endParaRPr lang="en-US" b="1" i="1" dirty="0">
              <a:solidFill>
                <a:srgbClr val="92D05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723900" y="1252797"/>
            <a:ext cx="7573156" cy="370894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LogiFlow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is an intelligent 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Logistics Management System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designed to manage and optimize 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heavy cargo transportation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such as containers and bulk goods.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The system digitalizes the entire logistics workflow, from order creation to trip completion, ensuring efficiency, transparency, and compliance.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Main Objectives</a:t>
            </a:r>
            <a:endParaRPr lang="en-US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Automate driver and vehicle assignment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Improve operational efficiency and accuracy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Enable real-time tracking and monitoring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Ensure compliance with driving time regulations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vi-VN" dirty="0"/>
              <a:t>SYSTEM ARCHITECTURE</a:t>
            </a:r>
            <a:endParaRPr lang="en-US" b="1" dirty="0">
              <a:solidFill>
                <a:srgbClr val="92D050"/>
              </a:solidFill>
            </a:endParaRPr>
          </a:p>
        </p:txBody>
      </p:sp>
      <p:sp>
        <p:nvSpPr>
          <p:cNvPr id="6" name="Rectangle: Rounded Corners 5"/>
          <p:cNvSpPr/>
          <p:nvPr/>
        </p:nvSpPr>
        <p:spPr>
          <a:xfrm>
            <a:off x="723900" y="1252797"/>
            <a:ext cx="6883608" cy="343162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Architecture Overview</a:t>
            </a:r>
            <a:endParaRPr lang="en-US" sz="1800" b="1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LogiFlow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is built using a 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Client – Server architecture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.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Backend handles all business logic and data processing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Web and Mobile clients communicate via REST APIs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System Flow</a:t>
            </a:r>
            <a:endParaRPr lang="en-US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React / Mobile sends API requests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Server processes logic and database operations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JSON responses are returned to the UI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BACKEND (SERVER)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723900" y="1064303"/>
            <a:ext cx="6366448" cy="40791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800" b="1" dirty="0" err="1">
                <a:solidFill>
                  <a:schemeClr val="bg1">
                    <a:lumMod val="10000"/>
                  </a:schemeClr>
                </a:solidFill>
              </a:rPr>
              <a:t>Backend</a:t>
            </a:r>
            <a:r>
              <a:rPr lang="vi-VN" sz="1800" b="1" dirty="0">
                <a:solidFill>
                  <a:schemeClr val="bg1">
                    <a:lumMod val="10000"/>
                  </a:schemeClr>
                </a:solidFill>
              </a:rPr>
              <a:t> Technologies</a:t>
            </a:r>
            <a:endParaRPr lang="vi-VN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Spring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Boot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3.5 (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Java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21)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RESTful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API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architecture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JWT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Authentication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&amp;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Role-based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Authorization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WebSocket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for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real-time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tracking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and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notifications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OCR: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Tesseract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+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OpenCV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Map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Service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: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OpenStreetMap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vi-VN" sz="1800" b="1" dirty="0" err="1">
                <a:solidFill>
                  <a:schemeClr val="bg1">
                    <a:lumMod val="10000"/>
                  </a:schemeClr>
                </a:solidFill>
              </a:rPr>
              <a:t>Responsibilities</a:t>
            </a:r>
            <a:endParaRPr lang="vi-VN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Business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logic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processing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Driver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&amp;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vehicle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assignment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Order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and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trip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management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GPS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data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handling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8"/>
          <p:cNvSpPr>
            <a:spLocks noGrp="1"/>
          </p:cNvSpPr>
          <p:nvPr>
            <p:ph type="title"/>
          </p:nvPr>
        </p:nvSpPr>
        <p:spPr>
          <a:xfrm>
            <a:off x="779780" y="455929"/>
            <a:ext cx="7696200" cy="639388"/>
          </a:xfrm>
        </p:spPr>
        <p:txBody>
          <a:bodyPr>
            <a:normAutofit/>
          </a:bodyPr>
          <a:lstStyle/>
          <a:p>
            <a:r>
              <a:rPr lang="vi-VN" dirty="0"/>
              <a:t>DATABASE DESIGN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779780" y="1095316"/>
            <a:ext cx="6258102" cy="397885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800" b="1" dirty="0" err="1">
                <a:solidFill>
                  <a:schemeClr val="bg1">
                    <a:lumMod val="10000"/>
                  </a:schemeClr>
                </a:solidFill>
              </a:rPr>
              <a:t>Database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: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PostgreSQL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vi-VN" sz="1800" b="1" dirty="0" err="1">
                <a:solidFill>
                  <a:schemeClr val="bg1">
                    <a:lumMod val="10000"/>
                  </a:schemeClr>
                </a:solidFill>
              </a:rPr>
              <a:t>Main</a:t>
            </a:r>
            <a:r>
              <a:rPr lang="vi-VN" sz="18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b="1" dirty="0" err="1">
                <a:solidFill>
                  <a:schemeClr val="bg1">
                    <a:lumMod val="10000"/>
                  </a:schemeClr>
                </a:solidFill>
              </a:rPr>
              <a:t>Entities</a:t>
            </a:r>
            <a:endParaRPr lang="vi-VN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Users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&amp;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Roles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Drivers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Vehicles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Orders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Trips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Routes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vi-VN" sz="1800" b="1" dirty="0" err="1">
                <a:solidFill>
                  <a:schemeClr val="bg1">
                    <a:lumMod val="10000"/>
                  </a:schemeClr>
                </a:solidFill>
              </a:rPr>
              <a:t>Purpose</a:t>
            </a:r>
            <a:endParaRPr lang="vi-VN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Ensure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data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consistency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Support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complex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logistics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operations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Enable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reporting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and</a:t>
            </a:r>
            <a:r>
              <a:rPr lang="vi-VN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vi-VN" sz="1800" dirty="0" err="1">
                <a:solidFill>
                  <a:schemeClr val="bg1">
                    <a:lumMod val="10000"/>
                  </a:schemeClr>
                </a:solidFill>
              </a:rPr>
              <a:t>analytics</a:t>
            </a:r>
            <a:endParaRPr lang="vi-VN" sz="1800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vi-VN" dirty="0"/>
              <a:t>WEB APPLICATION</a:t>
            </a:r>
            <a:endParaRPr lang="en-US" b="1" i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5400" y="1491672"/>
            <a:ext cx="2946400" cy="1071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: Rounded Corners 5"/>
          <p:cNvSpPr/>
          <p:nvPr/>
        </p:nvSpPr>
        <p:spPr>
          <a:xfrm>
            <a:off x="723900" y="1282065"/>
            <a:ext cx="6636385" cy="34537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Web Client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Built with 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React + Vite</a:t>
            </a:r>
            <a:endParaRPr lang="en-US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Designed for:</a:t>
            </a:r>
            <a:endParaRPr lang="en-US" dirty="0">
              <a:solidFill>
                <a:schemeClr val="bg1">
                  <a:lumMod val="10000"/>
                </a:schemeClr>
              </a:solidFill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Admin</a:t>
            </a:r>
            <a:endParaRPr lang="en-US" dirty="0">
              <a:solidFill>
                <a:schemeClr val="bg1">
                  <a:lumMod val="10000"/>
                </a:schemeClr>
              </a:solidFill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Dispatcher</a:t>
            </a:r>
            <a:endParaRPr lang="en-US" dirty="0">
              <a:solidFill>
                <a:schemeClr val="bg1">
                  <a:lumMod val="10000"/>
                </a:schemeClr>
              </a:solidFill>
            </a:endParaRPr>
          </a:p>
          <a:p>
            <a:pPr marL="0" lvl="1" indent="0">
              <a:buFont typeface="+mj-lt"/>
              <a:buNone/>
            </a:pP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  <a:p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  <a:p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Key Features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Manage orders and trips</a:t>
            </a:r>
            <a:endParaRPr lang="en-US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Assign drivers and vehicles</a:t>
            </a:r>
            <a:endParaRPr lang="en-US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Monitor operations via dashboards</a:t>
            </a:r>
            <a:endParaRPr lang="en-US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View reports and system statistics</a:t>
            </a:r>
            <a:endParaRPr lang="en-US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18760" y="467360"/>
            <a:ext cx="1620520" cy="639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vi-VN" dirty="0"/>
              <a:t>MOBILE APPLICATION</a:t>
            </a:r>
            <a:endParaRPr lang="en-US" b="1" i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723899" y="1191837"/>
            <a:ext cx="7011025" cy="38223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Mobile App: 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Built with 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Flutter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Driver Functions:</a:t>
            </a:r>
            <a:endParaRPr lang="en-US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Receive and accept trips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View routes and schedules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Update trip status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Report delays and issues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Upload proof of delivery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Customer Functions:</a:t>
            </a:r>
            <a:endParaRPr lang="en-US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Create transport orders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Select pickup &amp; delivery locations on map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Track order and vehicle in real time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3900" y="255899"/>
            <a:ext cx="7696200" cy="639388"/>
          </a:xfrm>
        </p:spPr>
        <p:txBody>
          <a:bodyPr>
            <a:normAutofit/>
          </a:bodyPr>
          <a:lstStyle/>
          <a:p>
            <a:r>
              <a:rPr lang="vi-VN" dirty="0"/>
              <a:t>MAP &amp; GPS TRACKING</a:t>
            </a:r>
            <a:endParaRPr lang="en-US" b="1" i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723900" y="1276926"/>
            <a:ext cx="5429562" cy="30477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Map &amp; Tracking Module</a:t>
            </a:r>
            <a:endParaRPr lang="en-US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Powered by 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OpenStreetMap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Map logic handled entirely on the server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Functions</a:t>
            </a:r>
            <a:endParaRPr lang="en-US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Address geocoding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Distance calculation (KM)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Route visualization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Real-time GPS tracking</a:t>
            </a:r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CORE FUNCTIONAL MODULES</a:t>
            </a:r>
            <a:endParaRPr lang="en-US" b="1" i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786982" y="1191837"/>
            <a:ext cx="6640644" cy="36724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vi-VN" altLang="vi-VN" sz="1600" dirty="0" err="1">
                <a:solidFill>
                  <a:schemeClr val="tx1"/>
                </a:solidFill>
              </a:rPr>
              <a:t>Authentication</a:t>
            </a:r>
            <a:r>
              <a:rPr lang="vi-VN" altLang="vi-VN" sz="1600" dirty="0">
                <a:solidFill>
                  <a:schemeClr val="tx1"/>
                </a:solidFill>
              </a:rPr>
              <a:t> &amp; </a:t>
            </a:r>
            <a:r>
              <a:rPr lang="vi-VN" altLang="vi-VN" sz="1600" dirty="0" err="1">
                <a:solidFill>
                  <a:schemeClr val="tx1"/>
                </a:solidFill>
              </a:rPr>
              <a:t>Authorization</a:t>
            </a:r>
            <a:endParaRPr lang="vi-VN" altLang="vi-VN" sz="16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vi-VN" altLang="vi-VN" sz="1600" dirty="0" err="1">
                <a:solidFill>
                  <a:schemeClr val="tx1"/>
                </a:solidFill>
              </a:rPr>
              <a:t>Order</a:t>
            </a:r>
            <a:r>
              <a:rPr lang="vi-VN" altLang="vi-VN" sz="1600" dirty="0">
                <a:solidFill>
                  <a:schemeClr val="tx1"/>
                </a:solidFill>
              </a:rPr>
              <a:t> </a:t>
            </a:r>
            <a:r>
              <a:rPr lang="vi-VN" altLang="vi-VN" sz="1600" dirty="0" err="1">
                <a:solidFill>
                  <a:schemeClr val="tx1"/>
                </a:solidFill>
              </a:rPr>
              <a:t>Management</a:t>
            </a:r>
            <a:endParaRPr lang="vi-VN" altLang="vi-VN" sz="16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vi-VN" altLang="vi-VN" sz="1600" dirty="0" err="1">
                <a:solidFill>
                  <a:schemeClr val="tx1"/>
                </a:solidFill>
              </a:rPr>
              <a:t>Trip</a:t>
            </a:r>
            <a:r>
              <a:rPr lang="vi-VN" altLang="vi-VN" sz="1600" dirty="0">
                <a:solidFill>
                  <a:schemeClr val="tx1"/>
                </a:solidFill>
              </a:rPr>
              <a:t> &amp; </a:t>
            </a:r>
            <a:r>
              <a:rPr lang="vi-VN" altLang="vi-VN" sz="1600" dirty="0" err="1">
                <a:solidFill>
                  <a:schemeClr val="tx1"/>
                </a:solidFill>
              </a:rPr>
              <a:t>Route</a:t>
            </a:r>
            <a:r>
              <a:rPr lang="vi-VN" altLang="vi-VN" sz="1600" dirty="0">
                <a:solidFill>
                  <a:schemeClr val="tx1"/>
                </a:solidFill>
              </a:rPr>
              <a:t> </a:t>
            </a:r>
            <a:r>
              <a:rPr lang="vi-VN" altLang="vi-VN" sz="1600" dirty="0" err="1">
                <a:solidFill>
                  <a:schemeClr val="tx1"/>
                </a:solidFill>
              </a:rPr>
              <a:t>Management</a:t>
            </a:r>
            <a:endParaRPr lang="vi-VN" altLang="vi-VN" sz="16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vi-VN" altLang="vi-VN" sz="1600" dirty="0" err="1">
                <a:solidFill>
                  <a:schemeClr val="tx1"/>
                </a:solidFill>
              </a:rPr>
              <a:t>Driver</a:t>
            </a:r>
            <a:r>
              <a:rPr lang="vi-VN" altLang="vi-VN" sz="1600" dirty="0">
                <a:solidFill>
                  <a:schemeClr val="tx1"/>
                </a:solidFill>
              </a:rPr>
              <a:t> &amp; </a:t>
            </a:r>
            <a:r>
              <a:rPr lang="vi-VN" altLang="vi-VN" sz="1600" dirty="0" err="1">
                <a:solidFill>
                  <a:schemeClr val="tx1"/>
                </a:solidFill>
              </a:rPr>
              <a:t>Vehicle</a:t>
            </a:r>
            <a:r>
              <a:rPr lang="vi-VN" altLang="vi-VN" sz="1600" dirty="0">
                <a:solidFill>
                  <a:schemeClr val="tx1"/>
                </a:solidFill>
              </a:rPr>
              <a:t> </a:t>
            </a:r>
            <a:r>
              <a:rPr lang="vi-VN" altLang="vi-VN" sz="1600" dirty="0" err="1">
                <a:solidFill>
                  <a:schemeClr val="tx1"/>
                </a:solidFill>
              </a:rPr>
              <a:t>Management</a:t>
            </a:r>
            <a:endParaRPr lang="vi-VN" altLang="vi-VN" sz="16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vi-VN" altLang="vi-VN" sz="1600" dirty="0">
                <a:solidFill>
                  <a:schemeClr val="tx1"/>
                </a:solidFill>
              </a:rPr>
              <a:t>GPS </a:t>
            </a:r>
            <a:r>
              <a:rPr lang="vi-VN" altLang="vi-VN" sz="1600" dirty="0" err="1">
                <a:solidFill>
                  <a:schemeClr val="tx1"/>
                </a:solidFill>
              </a:rPr>
              <a:t>Tracking</a:t>
            </a:r>
            <a:endParaRPr lang="vi-VN" altLang="vi-VN" sz="16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vi-VN" altLang="vi-VN" sz="1600" dirty="0" err="1">
                <a:solidFill>
                  <a:schemeClr val="tx1"/>
                </a:solidFill>
              </a:rPr>
              <a:t>Delay</a:t>
            </a:r>
            <a:r>
              <a:rPr lang="vi-VN" altLang="vi-VN" sz="1600" dirty="0">
                <a:solidFill>
                  <a:schemeClr val="tx1"/>
                </a:solidFill>
              </a:rPr>
              <a:t> &amp; </a:t>
            </a:r>
            <a:r>
              <a:rPr lang="vi-VN" altLang="vi-VN" sz="1600" dirty="0" err="1">
                <a:solidFill>
                  <a:schemeClr val="tx1"/>
                </a:solidFill>
              </a:rPr>
              <a:t>Compliance</a:t>
            </a:r>
            <a:r>
              <a:rPr lang="en-US" altLang="vi-VN" sz="1600" dirty="0">
                <a:solidFill>
                  <a:schemeClr val="tx1"/>
                </a:solidFill>
              </a:rPr>
              <a:t> </a:t>
            </a:r>
            <a:r>
              <a:rPr lang="vi-VN" altLang="vi-VN" sz="1600" dirty="0" err="1">
                <a:solidFill>
                  <a:schemeClr val="tx1"/>
                </a:solidFill>
              </a:rPr>
              <a:t>Management</a:t>
            </a:r>
            <a:endParaRPr lang="vi-VN" altLang="vi-VN" sz="16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vi-VN" altLang="vi-VN" sz="1600" dirty="0" err="1">
                <a:solidFill>
                  <a:schemeClr val="tx1"/>
                </a:solidFill>
              </a:rPr>
              <a:t>Notification</a:t>
            </a:r>
            <a:r>
              <a:rPr lang="vi-VN" altLang="vi-VN" sz="1600" dirty="0">
                <a:solidFill>
                  <a:schemeClr val="tx1"/>
                </a:solidFill>
              </a:rPr>
              <a:t> &amp; </a:t>
            </a:r>
            <a:r>
              <a:rPr lang="vi-VN" altLang="vi-VN" sz="1600" dirty="0" err="1">
                <a:solidFill>
                  <a:schemeClr val="tx1"/>
                </a:solidFill>
              </a:rPr>
              <a:t>Chat</a:t>
            </a:r>
            <a:r>
              <a:rPr lang="vi-VN" altLang="vi-VN" sz="1600" dirty="0">
                <a:solidFill>
                  <a:schemeClr val="tx1"/>
                </a:solidFill>
              </a:rPr>
              <a:t> </a:t>
            </a:r>
            <a:r>
              <a:rPr lang="vi-VN" altLang="vi-VN" sz="1600" dirty="0" err="1">
                <a:solidFill>
                  <a:schemeClr val="tx1"/>
                </a:solidFill>
              </a:rPr>
              <a:t>System</a:t>
            </a:r>
            <a:endParaRPr lang="vi-VN" altLang="vi-VN" sz="1600" dirty="0">
              <a:solidFill>
                <a:schemeClr val="tx1"/>
              </a:solidFill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800" kern="100" dirty="0">
              <a:solidFill>
                <a:srgbClr val="1C343C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3900" y="255899"/>
            <a:ext cx="7696200" cy="639388"/>
          </a:xfrm>
        </p:spPr>
        <p:txBody>
          <a:bodyPr>
            <a:normAutofit/>
          </a:bodyPr>
          <a:lstStyle/>
          <a:p>
            <a:r>
              <a:rPr lang="vi-VN" dirty="0"/>
              <a:t>KEY FEATURES &amp; HIGHLIGHTS</a:t>
            </a:r>
            <a:endParaRPr lang="en-US" b="1" i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723900" y="1092200"/>
            <a:ext cx="5429562" cy="323246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24466" y="1419751"/>
            <a:ext cx="397095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assignment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License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type</a:t>
            </a:r>
            <a:endParaRPr lang="vi-VN" altLang="vi-V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Rest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time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and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compliance</a:t>
            </a:r>
            <a:endParaRPr lang="vi-VN" altLang="vi-V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Health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status</a:t>
            </a:r>
            <a:endParaRPr lang="vi-VN" altLang="vi-V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Location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proximity</a:t>
            </a:r>
            <a:endParaRPr lang="vi-VN" altLang="vi-V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Real-time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trip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monitoring</a:t>
            </a:r>
            <a:endParaRPr lang="vi-VN" altLang="vi-V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OCR-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based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document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verification</a:t>
            </a:r>
            <a:endParaRPr lang="vi-VN" altLang="vi-V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Scalable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and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extensible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vi-VN" altLang="vi-V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architecture</a:t>
            </a:r>
            <a:endParaRPr lang="vi-VN" altLang="vi-V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CONCLUSION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2" name="Rectangle: Rounded Corners 1"/>
          <p:cNvSpPr/>
          <p:nvPr/>
        </p:nvSpPr>
        <p:spPr>
          <a:xfrm>
            <a:off x="723900" y="1276926"/>
            <a:ext cx="7459980" cy="248735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bg1">
                    <a:lumMod val="10000"/>
                  </a:schemeClr>
                </a:solidFill>
              </a:rPr>
              <a:t>Project Summary</a:t>
            </a:r>
            <a:endParaRPr lang="en-US" sz="1600" b="1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sz="1600" dirty="0" err="1">
                <a:solidFill>
                  <a:schemeClr val="bg1">
                    <a:lumMod val="10000"/>
                  </a:schemeClr>
                </a:solidFill>
              </a:rPr>
              <a:t>LogiFlow</a:t>
            </a:r>
            <a:r>
              <a:rPr lang="en-US" sz="1600" dirty="0">
                <a:solidFill>
                  <a:schemeClr val="bg1">
                    <a:lumMod val="10000"/>
                  </a:schemeClr>
                </a:solidFill>
              </a:rPr>
              <a:t> provides a complete solution for managing heavy logistics operations with higher efficiency, transparency, and safety.</a:t>
            </a:r>
            <a:endParaRPr lang="en-US" sz="16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sz="1600" b="1" dirty="0">
                <a:solidFill>
                  <a:schemeClr val="bg1">
                    <a:lumMod val="10000"/>
                  </a:schemeClr>
                </a:solidFill>
              </a:rPr>
              <a:t>Future Enhancements</a:t>
            </a:r>
            <a:endParaRPr lang="en-US" sz="1600" b="1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</a:rPr>
              <a:t>Driver performance analytics</a:t>
            </a:r>
            <a:endParaRPr lang="en-US" sz="1600" dirty="0">
              <a:solidFill>
                <a:schemeClr val="bg1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</a:rPr>
              <a:t>Advanced operational dashboards</a:t>
            </a:r>
            <a:endParaRPr lang="en-US" sz="1600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8370" y="1443567"/>
            <a:ext cx="7947259" cy="1268361"/>
          </a:xfrm>
        </p:spPr>
        <p:txBody>
          <a:bodyPr/>
          <a:lstStyle/>
          <a:p>
            <a:pPr algn="ctr"/>
            <a:r>
              <a:rPr lang="vi-VN" sz="5400" dirty="0"/>
              <a:t>THANK YOU</a:t>
            </a:r>
            <a:endParaRPr lang="en-US" sz="5400" b="1" i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2"/>
          <p:cNvSpPr txBox="1"/>
          <p:nvPr/>
        </p:nvSpPr>
        <p:spPr>
          <a:xfrm>
            <a:off x="598370" y="3699933"/>
            <a:ext cx="7947259" cy="83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 panose="020B0606020202050201"/>
              <a:buNone/>
              <a:defRPr sz="3400" b="0" i="0" u="none" strike="noStrike" cap="none">
                <a:solidFill>
                  <a:schemeClr val="dk1"/>
                </a:solidFill>
                <a:latin typeface="Poppins ExtraBold" panose="00000900000000000000" pitchFamily="2" charset="0"/>
                <a:ea typeface="Bebas Neue" panose="020B0606020202050201"/>
                <a:cs typeface="Poppins ExtraBold" panose="00000900000000000000" pitchFamily="2" charset="0"/>
                <a:sym typeface="Bebas Neue" panose="020B0606020202050201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sz="1400" b="1" dirty="0"/>
              <a:t>Thank you for your attention!</a:t>
            </a:r>
            <a:br>
              <a:rPr lang="en-US" sz="1400" dirty="0"/>
            </a:br>
            <a:r>
              <a:rPr lang="en-US" sz="1400" dirty="0"/>
              <a:t>Questions &amp; Answers</a:t>
            </a:r>
            <a:endParaRPr lang="en-US" sz="1400" b="1" i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Workplan by Slidesgo">
  <a:themeElements>
    <a:clrScheme name="Elegant Workplan by Slidesgo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3274</Words>
  <Application>WPS Presentation</Application>
  <PresentationFormat>On-screen Show (16:9)</PresentationFormat>
  <Paragraphs>166</Paragraphs>
  <Slides>13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Arial</vt:lpstr>
      <vt:lpstr>Bebas Neue</vt:lpstr>
      <vt:lpstr>Anaheim</vt:lpstr>
      <vt:lpstr>Calibri</vt:lpstr>
      <vt:lpstr>Poppins ExtraBold</vt:lpstr>
      <vt:lpstr>Arimo</vt:lpstr>
      <vt:lpstr>Aptos</vt:lpstr>
      <vt:lpstr>Segoe UI</vt:lpstr>
      <vt:lpstr>Times New Roman</vt:lpstr>
      <vt:lpstr>Tahoma</vt:lpstr>
      <vt:lpstr>Microsoft YaHei</vt:lpstr>
      <vt:lpstr>Arial Unicode MS</vt:lpstr>
      <vt:lpstr>Elegant Workplan by Slidesgo</vt:lpstr>
      <vt:lpstr>LOGIFLOW Logistics Management System</vt:lpstr>
      <vt:lpstr>Group Members</vt:lpstr>
      <vt:lpstr>PROJECT OVERVIEW</vt:lpstr>
      <vt:lpstr>SYSTEM ARCHITECTURE</vt:lpstr>
      <vt:lpstr>BACKEND (SERVER)</vt:lpstr>
      <vt:lpstr>DATABASE DESIGN</vt:lpstr>
      <vt:lpstr>WEB APPLICATION</vt:lpstr>
      <vt:lpstr>MOBILE APPLICATION</vt:lpstr>
      <vt:lpstr>MAP &amp; GPS TRACKING</vt:lpstr>
      <vt:lpstr>CORE FUNCTIONAL MODULES</vt:lpstr>
      <vt:lpstr>KEY FEATURES &amp; HIGHLIGHTS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WORLD!</dc:title>
  <dc:creator>Ruben Martin Sanchez</dc:creator>
  <cp:lastModifiedBy>Phát Lưu</cp:lastModifiedBy>
  <cp:revision>49</cp:revision>
  <dcterms:created xsi:type="dcterms:W3CDTF">2021-10-12T08:06:00Z</dcterms:created>
  <dcterms:modified xsi:type="dcterms:W3CDTF">2025-12-24T02:03:42Z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919D7FD468954A0F854AE4DA11EAD048_13</vt:lpwstr>
  </property>
  <property fmtid="{D5CDD505-2E9C-101B-9397-08002B2CF9AE}" pid="3" name="KSOProductBuildVer">
    <vt:lpwstr>2057-12.2.0.23149</vt:lpwstr>
  </property>
</Properties>
</file>